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6256000" cy="9144000"/>
  <p:notesSz cx="9144000" cy="16256000"/>
  <p:embeddedFontLst>
    <p:embeddedFont>
      <p:font typeface="Liter" charset="-122" pitchFamily="34"/>
      <p:regular r:id="rId20"/>
    </p:embeddedFont>
    <p:embeddedFont>
      <p:font typeface="Quattrocento Sans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b0911fa27c5c63631506641272e5d720f4b66388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813" b="7812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A2E">
                  <a:alpha val="95000"/>
                </a:srgbClr>
              </a:gs>
              <a:gs pos="50000">
                <a:srgbClr val="16213E">
                  <a:alpha val="90000"/>
                </a:srgbClr>
              </a:gs>
              <a:gs pos="100000">
                <a:srgbClr val="0F3460">
                  <a:alpha val="95000"/>
                </a:srgbClr>
              </a:gs>
            </a:gsLst>
            <a:lin ang="2700000" scaled="1"/>
          </a:gradFill>
          <a:ln/>
        </p:spPr>
      </p:sp>
      <p:pic>
        <p:nvPicPr>
          <p:cNvPr id="4" name="Image 1" descr="https://kimi-web-img.moonshot.cn/img/upload.wikimedia.org/d0c1d274a751a19d92bb0835a3a945caf01bf863.png">    </p:cNvPr>
          <p:cNvPicPr>
            <a:picLocks noChangeAspect="1"/>
          </p:cNvPicPr>
          <p:nvPr/>
        </p:nvPicPr>
        <p:blipFill>
          <a:blip r:embed="rId2"/>
          <a:srcRect l="3437" r="3438" t="0" b="0"/>
          <a:stretch/>
        </p:blipFill>
        <p:spPr>
          <a:xfrm>
            <a:off x="7315183" y="978215"/>
            <a:ext cx="1625600" cy="1625600"/>
          </a:xfrm>
          <a:prstGeom prst="roundRect">
            <a:avLst>
              <a:gd name="adj" fmla="val 0"/>
            </a:avLst>
          </a:prstGeom>
        </p:spPr>
      </p:pic>
      <p:sp>
        <p:nvSpPr>
          <p:cNvPr id="5" name="Text 1"/>
          <p:cNvSpPr/>
          <p:nvPr/>
        </p:nvSpPr>
        <p:spPr>
          <a:xfrm>
            <a:off x="3819394" y="3010128"/>
            <a:ext cx="86233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PowerPoint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E94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Dasturining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Barcha Imkoniyatlari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7315183" y="6743595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7" name="Text 3"/>
          <p:cNvSpPr/>
          <p:nvPr/>
        </p:nvSpPr>
        <p:spPr>
          <a:xfrm>
            <a:off x="6313422" y="7200691"/>
            <a:ext cx="3632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1987-yildan 2024-yilgacha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84610" y="7810238"/>
            <a:ext cx="3289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Evolyutsiya va Innovatsiyalar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1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Mundarija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8000" y="1219183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533190" y="1676278"/>
            <a:ext cx="7441990" cy="2336800"/>
          </a:xfrm>
          <a:custGeom>
            <a:avLst/>
            <a:gdLst/>
            <a:ahLst/>
            <a:cxnLst/>
            <a:rect l="l" t="t" r="r" b="b"/>
            <a:pathLst>
              <a:path w="7441990" h="2336800">
                <a:moveTo>
                  <a:pt x="50380" y="0"/>
                </a:moveTo>
                <a:lnTo>
                  <a:pt x="7238782" y="0"/>
                </a:lnTo>
                <a:cubicBezTo>
                  <a:pt x="7351011" y="0"/>
                  <a:pt x="7441990" y="90979"/>
                  <a:pt x="7441990" y="203208"/>
                </a:cubicBezTo>
                <a:lnTo>
                  <a:pt x="7441990" y="2133592"/>
                </a:lnTo>
                <a:cubicBezTo>
                  <a:pt x="7441990" y="2245821"/>
                  <a:pt x="7351011" y="2336800"/>
                  <a:pt x="7238782" y="2336800"/>
                </a:cubicBezTo>
                <a:lnTo>
                  <a:pt x="50380" y="2336800"/>
                </a:lnTo>
                <a:cubicBezTo>
                  <a:pt x="22556" y="2336800"/>
                  <a:pt x="0" y="2314244"/>
                  <a:pt x="0" y="22864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533190" y="1676278"/>
            <a:ext cx="50380" cy="2336800"/>
          </a:xfrm>
          <a:custGeom>
            <a:avLst/>
            <a:gdLst/>
            <a:ahLst/>
            <a:cxnLst/>
            <a:rect l="l" t="t" r="r" b="b"/>
            <a:pathLst>
              <a:path w="50380" h="2336800">
                <a:moveTo>
                  <a:pt x="50380" y="0"/>
                </a:moveTo>
                <a:lnTo>
                  <a:pt x="50380" y="0"/>
                </a:lnTo>
                <a:lnTo>
                  <a:pt x="50380" y="2336800"/>
                </a:lnTo>
                <a:lnTo>
                  <a:pt x="50380" y="2336800"/>
                </a:lnTo>
                <a:cubicBezTo>
                  <a:pt x="22556" y="2336800"/>
                  <a:pt x="0" y="2314244"/>
                  <a:pt x="0" y="22864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863110" y="1981008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786910" y="1981008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77475" y="2133373"/>
            <a:ext cx="4699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PowerPoint Tarixi va Evolyutsiyasi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3110" y="2844556"/>
            <a:ext cx="6908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1987-yildan bugungacha - dunyoning eng mashhur taqdimot dasturining rivojlanish yo'li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05555" y="1676278"/>
            <a:ext cx="7441990" cy="2336800"/>
          </a:xfrm>
          <a:custGeom>
            <a:avLst/>
            <a:gdLst/>
            <a:ahLst/>
            <a:cxnLst/>
            <a:rect l="l" t="t" r="r" b="b"/>
            <a:pathLst>
              <a:path w="7441990" h="2336800">
                <a:moveTo>
                  <a:pt x="50380" y="0"/>
                </a:moveTo>
                <a:lnTo>
                  <a:pt x="7238782" y="0"/>
                </a:lnTo>
                <a:cubicBezTo>
                  <a:pt x="7351011" y="0"/>
                  <a:pt x="7441990" y="90979"/>
                  <a:pt x="7441990" y="203208"/>
                </a:cubicBezTo>
                <a:lnTo>
                  <a:pt x="7441990" y="2133592"/>
                </a:lnTo>
                <a:cubicBezTo>
                  <a:pt x="7441990" y="2245821"/>
                  <a:pt x="7351011" y="2336800"/>
                  <a:pt x="7238782" y="2336800"/>
                </a:cubicBezTo>
                <a:lnTo>
                  <a:pt x="50380" y="2336800"/>
                </a:lnTo>
                <a:cubicBezTo>
                  <a:pt x="22556" y="2336800"/>
                  <a:pt x="0" y="2314244"/>
                  <a:pt x="0" y="22864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11" name="Shape 9"/>
          <p:cNvSpPr/>
          <p:nvPr/>
        </p:nvSpPr>
        <p:spPr>
          <a:xfrm>
            <a:off x="8305555" y="1676278"/>
            <a:ext cx="50380" cy="2336800"/>
          </a:xfrm>
          <a:custGeom>
            <a:avLst/>
            <a:gdLst/>
            <a:ahLst/>
            <a:cxnLst/>
            <a:rect l="l" t="t" r="r" b="b"/>
            <a:pathLst>
              <a:path w="50380" h="2336800">
                <a:moveTo>
                  <a:pt x="50380" y="0"/>
                </a:moveTo>
                <a:lnTo>
                  <a:pt x="50380" y="0"/>
                </a:lnTo>
                <a:lnTo>
                  <a:pt x="50380" y="2336800"/>
                </a:lnTo>
                <a:lnTo>
                  <a:pt x="50380" y="2336800"/>
                </a:lnTo>
                <a:cubicBezTo>
                  <a:pt x="22556" y="2336800"/>
                  <a:pt x="0" y="2314244"/>
                  <a:pt x="0" y="22864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2" name="Shape 10"/>
          <p:cNvSpPr/>
          <p:nvPr/>
        </p:nvSpPr>
        <p:spPr>
          <a:xfrm>
            <a:off x="8635476" y="1981008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8559276" y="1981008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49840" y="2133373"/>
            <a:ext cx="2768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Asosiy Imkoniyatlar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35476" y="2844556"/>
            <a:ext cx="6908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 bir foydalanuvchi bilishi kerak bo'lgan eng muhim 10 ta xususiyat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190" y="4317826"/>
            <a:ext cx="7441990" cy="2006600"/>
          </a:xfrm>
          <a:custGeom>
            <a:avLst/>
            <a:gdLst/>
            <a:ahLst/>
            <a:cxnLst/>
            <a:rect l="l" t="t" r="r" b="b"/>
            <a:pathLst>
              <a:path w="7441990" h="2006600">
                <a:moveTo>
                  <a:pt x="50380" y="0"/>
                </a:moveTo>
                <a:lnTo>
                  <a:pt x="7238782" y="0"/>
                </a:lnTo>
                <a:cubicBezTo>
                  <a:pt x="7351011" y="0"/>
                  <a:pt x="7441990" y="90979"/>
                  <a:pt x="7441990" y="203208"/>
                </a:cubicBezTo>
                <a:lnTo>
                  <a:pt x="7441990" y="1803392"/>
                </a:lnTo>
                <a:cubicBezTo>
                  <a:pt x="7441990" y="1915621"/>
                  <a:pt x="7351011" y="2006600"/>
                  <a:pt x="7238782" y="2006600"/>
                </a:cubicBezTo>
                <a:lnTo>
                  <a:pt x="50380" y="2006600"/>
                </a:lnTo>
                <a:cubicBezTo>
                  <a:pt x="22556" y="2006600"/>
                  <a:pt x="0" y="1984044"/>
                  <a:pt x="0" y="19562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17" name="Shape 15"/>
          <p:cNvSpPr/>
          <p:nvPr/>
        </p:nvSpPr>
        <p:spPr>
          <a:xfrm>
            <a:off x="533190" y="4317826"/>
            <a:ext cx="50380" cy="2006600"/>
          </a:xfrm>
          <a:custGeom>
            <a:avLst/>
            <a:gdLst/>
            <a:ahLst/>
            <a:cxnLst/>
            <a:rect l="l" t="t" r="r" b="b"/>
            <a:pathLst>
              <a:path w="50380" h="2006600">
                <a:moveTo>
                  <a:pt x="50380" y="0"/>
                </a:moveTo>
                <a:lnTo>
                  <a:pt x="50380" y="0"/>
                </a:lnTo>
                <a:lnTo>
                  <a:pt x="50380" y="2006600"/>
                </a:lnTo>
                <a:lnTo>
                  <a:pt x="50380" y="2006600"/>
                </a:lnTo>
                <a:cubicBezTo>
                  <a:pt x="22556" y="2006600"/>
                  <a:pt x="0" y="1984044"/>
                  <a:pt x="0" y="19562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8" name="Shape 16"/>
          <p:cNvSpPr/>
          <p:nvPr/>
        </p:nvSpPr>
        <p:spPr>
          <a:xfrm>
            <a:off x="863110" y="4622556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9" name="Text 17"/>
          <p:cNvSpPr/>
          <p:nvPr/>
        </p:nvSpPr>
        <p:spPr>
          <a:xfrm>
            <a:off x="786910" y="4622556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77475" y="4774920"/>
            <a:ext cx="4051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va Zamonaviy Xususiyatlar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3110" y="5486103"/>
            <a:ext cx="6908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Sun'iy intellekt va zamonaviy texnologiyalar PowerPointda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05555" y="4317826"/>
            <a:ext cx="7441990" cy="2006600"/>
          </a:xfrm>
          <a:custGeom>
            <a:avLst/>
            <a:gdLst/>
            <a:ahLst/>
            <a:cxnLst/>
            <a:rect l="l" t="t" r="r" b="b"/>
            <a:pathLst>
              <a:path w="7441990" h="2006600">
                <a:moveTo>
                  <a:pt x="50380" y="0"/>
                </a:moveTo>
                <a:lnTo>
                  <a:pt x="7238782" y="0"/>
                </a:lnTo>
                <a:cubicBezTo>
                  <a:pt x="7351011" y="0"/>
                  <a:pt x="7441990" y="90979"/>
                  <a:pt x="7441990" y="203208"/>
                </a:cubicBezTo>
                <a:lnTo>
                  <a:pt x="7441990" y="1803392"/>
                </a:lnTo>
                <a:cubicBezTo>
                  <a:pt x="7441990" y="1915621"/>
                  <a:pt x="7351011" y="2006600"/>
                  <a:pt x="7238782" y="2006600"/>
                </a:cubicBezTo>
                <a:lnTo>
                  <a:pt x="50380" y="2006600"/>
                </a:lnTo>
                <a:cubicBezTo>
                  <a:pt x="22556" y="2006600"/>
                  <a:pt x="0" y="1984044"/>
                  <a:pt x="0" y="19562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23" name="Shape 21"/>
          <p:cNvSpPr/>
          <p:nvPr/>
        </p:nvSpPr>
        <p:spPr>
          <a:xfrm>
            <a:off x="8305555" y="4317826"/>
            <a:ext cx="50380" cy="2006600"/>
          </a:xfrm>
          <a:custGeom>
            <a:avLst/>
            <a:gdLst/>
            <a:ahLst/>
            <a:cxnLst/>
            <a:rect l="l" t="t" r="r" b="b"/>
            <a:pathLst>
              <a:path w="50380" h="2006600">
                <a:moveTo>
                  <a:pt x="50380" y="0"/>
                </a:moveTo>
                <a:lnTo>
                  <a:pt x="50380" y="0"/>
                </a:lnTo>
                <a:lnTo>
                  <a:pt x="50380" y="2006600"/>
                </a:lnTo>
                <a:lnTo>
                  <a:pt x="50380" y="2006600"/>
                </a:lnTo>
                <a:cubicBezTo>
                  <a:pt x="22556" y="2006600"/>
                  <a:pt x="0" y="1984044"/>
                  <a:pt x="0" y="19562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4" name="Shape 22"/>
          <p:cNvSpPr/>
          <p:nvPr/>
        </p:nvSpPr>
        <p:spPr>
          <a:xfrm>
            <a:off x="8635476" y="4622556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5" name="Text 23"/>
          <p:cNvSpPr/>
          <p:nvPr/>
        </p:nvSpPr>
        <p:spPr>
          <a:xfrm>
            <a:off x="8559276" y="4622556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549840" y="4774920"/>
            <a:ext cx="3695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Versiyalar Bo'yicha Farqlar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35476" y="5486103"/>
            <a:ext cx="6908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Qaysi versiyadan boshlab qaysi imkoniyatlar qo'shilgan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3190" y="6629278"/>
            <a:ext cx="15214390" cy="2006600"/>
          </a:xfrm>
          <a:custGeom>
            <a:avLst/>
            <a:gdLst/>
            <a:ahLst/>
            <a:cxnLst/>
            <a:rect l="l" t="t" r="r" b="b"/>
            <a:pathLst>
              <a:path w="15214390" h="2006600">
                <a:moveTo>
                  <a:pt x="50380" y="0"/>
                </a:moveTo>
                <a:lnTo>
                  <a:pt x="15011182" y="0"/>
                </a:lnTo>
                <a:cubicBezTo>
                  <a:pt x="15123411" y="0"/>
                  <a:pt x="15214390" y="90979"/>
                  <a:pt x="15214390" y="203208"/>
                </a:cubicBezTo>
                <a:lnTo>
                  <a:pt x="15214390" y="1803392"/>
                </a:lnTo>
                <a:cubicBezTo>
                  <a:pt x="15214390" y="1915621"/>
                  <a:pt x="15123411" y="2006600"/>
                  <a:pt x="15011182" y="2006600"/>
                </a:cubicBezTo>
                <a:lnTo>
                  <a:pt x="50380" y="2006600"/>
                </a:lnTo>
                <a:cubicBezTo>
                  <a:pt x="22556" y="2006600"/>
                  <a:pt x="0" y="1984044"/>
                  <a:pt x="0" y="19562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29" name="Shape 27"/>
          <p:cNvSpPr/>
          <p:nvPr/>
        </p:nvSpPr>
        <p:spPr>
          <a:xfrm>
            <a:off x="533190" y="6629278"/>
            <a:ext cx="50380" cy="2006600"/>
          </a:xfrm>
          <a:custGeom>
            <a:avLst/>
            <a:gdLst/>
            <a:ahLst/>
            <a:cxnLst/>
            <a:rect l="l" t="t" r="r" b="b"/>
            <a:pathLst>
              <a:path w="50380" h="2006600">
                <a:moveTo>
                  <a:pt x="50380" y="0"/>
                </a:moveTo>
                <a:lnTo>
                  <a:pt x="50380" y="0"/>
                </a:lnTo>
                <a:lnTo>
                  <a:pt x="50380" y="2006600"/>
                </a:lnTo>
                <a:lnTo>
                  <a:pt x="50380" y="2006600"/>
                </a:lnTo>
                <a:cubicBezTo>
                  <a:pt x="22556" y="2006600"/>
                  <a:pt x="0" y="1984044"/>
                  <a:pt x="0" y="19562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0" name="Shape 28"/>
          <p:cNvSpPr/>
          <p:nvPr/>
        </p:nvSpPr>
        <p:spPr>
          <a:xfrm>
            <a:off x="863110" y="6934009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910" y="6934009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777475" y="7086373"/>
            <a:ext cx="2832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Hamkorlik Vositalari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3110" y="7797556"/>
            <a:ext cx="1468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co-authoring va zamonaviy jamoaviy ishlash imkoniyatlari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b0911fa27c5c63631506641272e5d720f4b66388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813" b="7812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A2E">
                  <a:alpha val="95000"/>
                </a:srgbClr>
              </a:gs>
              <a:gs pos="50000">
                <a:srgbClr val="16213E">
                  <a:alpha val="90000"/>
                </a:srgbClr>
              </a:gs>
              <a:gs pos="100000">
                <a:srgbClr val="E94560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8000" y="2349762"/>
            <a:ext cx="1752600" cy="558800"/>
          </a:xfrm>
          <a:custGeom>
            <a:avLst/>
            <a:gdLst/>
            <a:ahLst/>
            <a:cxnLst/>
            <a:rect l="l" t="t" r="r" b="b"/>
            <a:pathLst>
              <a:path w="1752600" h="558800">
                <a:moveTo>
                  <a:pt x="279400" y="0"/>
                </a:moveTo>
                <a:lnTo>
                  <a:pt x="1473200" y="0"/>
                </a:lnTo>
                <a:cubicBezTo>
                  <a:pt x="1627405" y="0"/>
                  <a:pt x="1752600" y="125195"/>
                  <a:pt x="1752600" y="279400"/>
                </a:cubicBezTo>
                <a:lnTo>
                  <a:pt x="1752600" y="279400"/>
                </a:lnTo>
                <a:cubicBezTo>
                  <a:pt x="1752600" y="433605"/>
                  <a:pt x="1627405" y="558800"/>
                  <a:pt x="1473200" y="558800"/>
                </a:cubicBezTo>
                <a:lnTo>
                  <a:pt x="279400" y="558800"/>
                </a:lnTo>
                <a:cubicBezTo>
                  <a:pt x="125195" y="558800"/>
                  <a:pt x="0" y="433605"/>
                  <a:pt x="0" y="279400"/>
                </a:cubicBezTo>
                <a:lnTo>
                  <a:pt x="0" y="279400"/>
                </a:lnTo>
                <a:cubicBezTo>
                  <a:pt x="0" y="125195"/>
                  <a:pt x="125195" y="0"/>
                  <a:pt x="2794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5" name="Text 2"/>
          <p:cNvSpPr/>
          <p:nvPr/>
        </p:nvSpPr>
        <p:spPr>
          <a:xfrm>
            <a:off x="812730" y="2445713"/>
            <a:ext cx="1269388" cy="363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BO'LIM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416317"/>
            <a:ext cx="1562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PowerPoint Tarixi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94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 Evolyutsiyasi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626047"/>
            <a:ext cx="2032000" cy="50800"/>
          </a:xfrm>
          <a:custGeom>
            <a:avLst/>
            <a:gdLst/>
            <a:ahLst/>
            <a:cxnLst/>
            <a:rect l="l" t="t" r="r" b="b"/>
            <a:pathLst>
              <a:path w="2032000" h="50800">
                <a:moveTo>
                  <a:pt x="0" y="0"/>
                </a:moveTo>
                <a:lnTo>
                  <a:pt x="2032000" y="0"/>
                </a:lnTo>
                <a:lnTo>
                  <a:pt x="2032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8" name="Text 5"/>
          <p:cNvSpPr/>
          <p:nvPr/>
        </p:nvSpPr>
        <p:spPr>
          <a:xfrm>
            <a:off x="508000" y="5981508"/>
            <a:ext cx="9906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1987-yildan bugungacha - dunyoning eng mashhur taqdimot dasturining rivojlanish yo'li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PowerPoint Tarixi: 1987-2024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8000" y="111746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508000" y="1371374"/>
            <a:ext cx="7467600" cy="5943600"/>
          </a:xfrm>
          <a:custGeom>
            <a:avLst/>
            <a:gdLst/>
            <a:ahLst/>
            <a:cxnLst/>
            <a:rect l="l" t="t" r="r" b="b"/>
            <a:pathLst>
              <a:path w="7467600" h="5943600">
                <a:moveTo>
                  <a:pt x="203212" y="0"/>
                </a:moveTo>
                <a:lnTo>
                  <a:pt x="7264388" y="0"/>
                </a:lnTo>
                <a:cubicBezTo>
                  <a:pt x="7376619" y="0"/>
                  <a:pt x="7467600" y="90981"/>
                  <a:pt x="7467600" y="203212"/>
                </a:cubicBezTo>
                <a:lnTo>
                  <a:pt x="7467600" y="5740388"/>
                </a:lnTo>
                <a:cubicBezTo>
                  <a:pt x="7467600" y="5852619"/>
                  <a:pt x="7376619" y="5943600"/>
                  <a:pt x="7264388" y="5943600"/>
                </a:cubicBezTo>
                <a:lnTo>
                  <a:pt x="203212" y="5943600"/>
                </a:lnTo>
                <a:cubicBezTo>
                  <a:pt x="90981" y="5943600"/>
                  <a:pt x="0" y="5852619"/>
                  <a:pt x="0" y="5740388"/>
                </a:cubicBezTo>
                <a:lnTo>
                  <a:pt x="0" y="203212"/>
                </a:lnTo>
                <a:cubicBezTo>
                  <a:pt x="0" y="91056"/>
                  <a:pt x="91056" y="0"/>
                  <a:pt x="203212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781050" y="165074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38100"/>
                </a:moveTo>
                <a:cubicBezTo>
                  <a:pt x="234553" y="38100"/>
                  <a:pt x="285750" y="89297"/>
                  <a:pt x="285750" y="152400"/>
                </a:cubicBezTo>
                <a:cubicBezTo>
                  <a:pt x="285750" y="215503"/>
                  <a:pt x="234553" y="266700"/>
                  <a:pt x="171450" y="266700"/>
                </a:cubicBezTo>
                <a:cubicBezTo>
                  <a:pt x="132636" y="266700"/>
                  <a:pt x="98286" y="247352"/>
                  <a:pt x="77629" y="217706"/>
                </a:cubicBezTo>
                <a:cubicBezTo>
                  <a:pt x="71616" y="209074"/>
                  <a:pt x="59710" y="206990"/>
                  <a:pt x="51078" y="213003"/>
                </a:cubicBezTo>
                <a:cubicBezTo>
                  <a:pt x="42446" y="219015"/>
                  <a:pt x="40362" y="230922"/>
                  <a:pt x="46375" y="239554"/>
                </a:cubicBezTo>
                <a:cubicBezTo>
                  <a:pt x="73878" y="278963"/>
                  <a:pt x="119658" y="304800"/>
                  <a:pt x="171450" y="304800"/>
                </a:cubicBezTo>
                <a:cubicBezTo>
                  <a:pt x="255627" y="304800"/>
                  <a:pt x="323850" y="236577"/>
                  <a:pt x="323850" y="152400"/>
                </a:cubicBezTo>
                <a:cubicBezTo>
                  <a:pt x="323850" y="68223"/>
                  <a:pt x="255627" y="0"/>
                  <a:pt x="171450" y="0"/>
                </a:cubicBezTo>
                <a:cubicBezTo>
                  <a:pt x="120432" y="0"/>
                  <a:pt x="75307" y="25063"/>
                  <a:pt x="47625" y="63520"/>
                </a:cubicBezTo>
                <a:lnTo>
                  <a:pt x="47625" y="47625"/>
                </a:lnTo>
                <a:cubicBezTo>
                  <a:pt x="47625" y="37088"/>
                  <a:pt x="39112" y="28575"/>
                  <a:pt x="28575" y="28575"/>
                </a:cubicBezTo>
                <a:cubicBezTo>
                  <a:pt x="18038" y="28575"/>
                  <a:pt x="9525" y="37088"/>
                  <a:pt x="9525" y="47625"/>
                </a:cubicBezTo>
                <a:lnTo>
                  <a:pt x="9525" y="114300"/>
                </a:lnTo>
                <a:cubicBezTo>
                  <a:pt x="9525" y="124837"/>
                  <a:pt x="18038" y="133350"/>
                  <a:pt x="28575" y="133350"/>
                </a:cubicBezTo>
                <a:lnTo>
                  <a:pt x="43220" y="133350"/>
                </a:lnTo>
                <a:cubicBezTo>
                  <a:pt x="43517" y="133350"/>
                  <a:pt x="43815" y="133350"/>
                  <a:pt x="44113" y="133350"/>
                </a:cubicBezTo>
                <a:lnTo>
                  <a:pt x="95310" y="133350"/>
                </a:lnTo>
                <a:cubicBezTo>
                  <a:pt x="105847" y="133350"/>
                  <a:pt x="114360" y="124837"/>
                  <a:pt x="114360" y="114300"/>
                </a:cubicBezTo>
                <a:cubicBezTo>
                  <a:pt x="114360" y="103763"/>
                  <a:pt x="105847" y="95250"/>
                  <a:pt x="95310" y="95250"/>
                </a:cubicBezTo>
                <a:lnTo>
                  <a:pt x="72509" y="95250"/>
                </a:lnTo>
                <a:cubicBezTo>
                  <a:pt x="92214" y="61079"/>
                  <a:pt x="129183" y="38100"/>
                  <a:pt x="171450" y="38100"/>
                </a:cubicBezTo>
                <a:close/>
                <a:moveTo>
                  <a:pt x="185738" y="90488"/>
                </a:moveTo>
                <a:cubicBezTo>
                  <a:pt x="185738" y="82570"/>
                  <a:pt x="179368" y="76200"/>
                  <a:pt x="171450" y="76200"/>
                </a:cubicBezTo>
                <a:cubicBezTo>
                  <a:pt x="163532" y="76200"/>
                  <a:pt x="157163" y="82570"/>
                  <a:pt x="157163" y="90488"/>
                </a:cubicBezTo>
                <a:lnTo>
                  <a:pt x="157163" y="152400"/>
                </a:lnTo>
                <a:cubicBezTo>
                  <a:pt x="157163" y="156210"/>
                  <a:pt x="158651" y="159841"/>
                  <a:pt x="161330" y="162520"/>
                </a:cubicBezTo>
                <a:lnTo>
                  <a:pt x="204192" y="205383"/>
                </a:lnTo>
                <a:cubicBezTo>
                  <a:pt x="209788" y="210979"/>
                  <a:pt x="218837" y="210979"/>
                  <a:pt x="224373" y="205383"/>
                </a:cubicBezTo>
                <a:cubicBezTo>
                  <a:pt x="229910" y="199787"/>
                  <a:pt x="229969" y="190738"/>
                  <a:pt x="224373" y="185202"/>
                </a:cubicBezTo>
                <a:lnTo>
                  <a:pt x="185678" y="146506"/>
                </a:lnTo>
                <a:lnTo>
                  <a:pt x="185678" y="90488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1295365" y="1625374"/>
            <a:ext cx="177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Dastlabki Yillar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7190" y="2184102"/>
            <a:ext cx="50380" cy="1016000"/>
          </a:xfrm>
          <a:custGeom>
            <a:avLst/>
            <a:gdLst/>
            <a:ahLst/>
            <a:cxnLst/>
            <a:rect l="l" t="t" r="r" b="b"/>
            <a:pathLst>
              <a:path w="50380" h="1016000">
                <a:moveTo>
                  <a:pt x="0" y="0"/>
                </a:moveTo>
                <a:lnTo>
                  <a:pt x="50380" y="0"/>
                </a:lnTo>
                <a:lnTo>
                  <a:pt x="5038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1015563" y="2184102"/>
            <a:ext cx="681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1987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5563" y="2539740"/>
            <a:ext cx="6807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Forethought kompaniyasi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tomonidan Macintosh uchun yaratildi. Dastlab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"Presenter"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deb ataldi.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7190" y="3403110"/>
            <a:ext cx="50380" cy="1016000"/>
          </a:xfrm>
          <a:custGeom>
            <a:avLst/>
            <a:gdLst/>
            <a:ahLst/>
            <a:cxnLst/>
            <a:rect l="l" t="t" r="r" b="b"/>
            <a:pathLst>
              <a:path w="50380" h="1016000">
                <a:moveTo>
                  <a:pt x="0" y="0"/>
                </a:moveTo>
                <a:lnTo>
                  <a:pt x="50380" y="0"/>
                </a:lnTo>
                <a:lnTo>
                  <a:pt x="5038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1015563" y="3403110"/>
            <a:ext cx="681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1987 Iyul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5563" y="3758747"/>
            <a:ext cx="6807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Microsoft tomonidan 14 million dollar evaziga sotib olindi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 Office to'plamiga qo'shildi.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7190" y="4622118"/>
            <a:ext cx="50380" cy="1016000"/>
          </a:xfrm>
          <a:custGeom>
            <a:avLst/>
            <a:gdLst/>
            <a:ahLst/>
            <a:cxnLst/>
            <a:rect l="l" t="t" r="r" b="b"/>
            <a:pathLst>
              <a:path w="50380" h="1016000">
                <a:moveTo>
                  <a:pt x="0" y="0"/>
                </a:moveTo>
                <a:lnTo>
                  <a:pt x="50380" y="0"/>
                </a:lnTo>
                <a:lnTo>
                  <a:pt x="5038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1015563" y="4622118"/>
            <a:ext cx="681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1989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5563" y="4977755"/>
            <a:ext cx="6807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Microsoft Office to'plamining uchta dasturidan biri: Word, Excel, PowerPoint.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80365" y="1371374"/>
            <a:ext cx="7467600" cy="5943600"/>
          </a:xfrm>
          <a:custGeom>
            <a:avLst/>
            <a:gdLst/>
            <a:ahLst/>
            <a:cxnLst/>
            <a:rect l="l" t="t" r="r" b="b"/>
            <a:pathLst>
              <a:path w="7467600" h="5943600">
                <a:moveTo>
                  <a:pt x="203212" y="0"/>
                </a:moveTo>
                <a:lnTo>
                  <a:pt x="7264388" y="0"/>
                </a:lnTo>
                <a:cubicBezTo>
                  <a:pt x="7376619" y="0"/>
                  <a:pt x="7467600" y="90981"/>
                  <a:pt x="7467600" y="203212"/>
                </a:cubicBezTo>
                <a:lnTo>
                  <a:pt x="7467600" y="5740388"/>
                </a:lnTo>
                <a:cubicBezTo>
                  <a:pt x="7467600" y="5852619"/>
                  <a:pt x="7376619" y="5943600"/>
                  <a:pt x="7264388" y="5943600"/>
                </a:cubicBezTo>
                <a:lnTo>
                  <a:pt x="203212" y="5943600"/>
                </a:lnTo>
                <a:cubicBezTo>
                  <a:pt x="90981" y="5943600"/>
                  <a:pt x="0" y="5852619"/>
                  <a:pt x="0" y="5740388"/>
                </a:cubicBezTo>
                <a:lnTo>
                  <a:pt x="0" y="203212"/>
                </a:lnTo>
                <a:cubicBezTo>
                  <a:pt x="0" y="91056"/>
                  <a:pt x="91056" y="0"/>
                  <a:pt x="203212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17" name="Shape 15"/>
          <p:cNvSpPr/>
          <p:nvPr/>
        </p:nvSpPr>
        <p:spPr>
          <a:xfrm>
            <a:off x="8572465" y="165074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8" name="Text 16"/>
          <p:cNvSpPr/>
          <p:nvPr/>
        </p:nvSpPr>
        <p:spPr>
          <a:xfrm>
            <a:off x="9067730" y="1625374"/>
            <a:ext cx="261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Rivojlanish Bosqichlari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534365" y="2184102"/>
            <a:ext cx="6959600" cy="787400"/>
          </a:xfrm>
          <a:custGeom>
            <a:avLst/>
            <a:gdLst/>
            <a:ahLst/>
            <a:cxnLst/>
            <a:rect l="l" t="t" r="r" b="b"/>
            <a:pathLst>
              <a:path w="6959600" h="787400">
                <a:moveTo>
                  <a:pt x="101598" y="0"/>
                </a:moveTo>
                <a:lnTo>
                  <a:pt x="6858002" y="0"/>
                </a:lnTo>
                <a:cubicBezTo>
                  <a:pt x="6914113" y="0"/>
                  <a:pt x="6959600" y="45487"/>
                  <a:pt x="6959600" y="101598"/>
                </a:cubicBezTo>
                <a:lnTo>
                  <a:pt x="6959600" y="685802"/>
                </a:lnTo>
                <a:cubicBezTo>
                  <a:pt x="6959600" y="741913"/>
                  <a:pt x="6914113" y="787400"/>
                  <a:pt x="6858002" y="787400"/>
                </a:cubicBezTo>
                <a:lnTo>
                  <a:pt x="101598" y="787400"/>
                </a:lnTo>
                <a:cubicBezTo>
                  <a:pt x="45487" y="787400"/>
                  <a:pt x="0" y="741913"/>
                  <a:pt x="0" y="6858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8635913" y="228565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1987-1992: Dastlabki yillar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35913" y="2615747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PowerPoint 1.0-3.0 - asosiy slayd yaratish funksiyalari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34365" y="3072842"/>
            <a:ext cx="6959600" cy="787400"/>
          </a:xfrm>
          <a:custGeom>
            <a:avLst/>
            <a:gdLst/>
            <a:ahLst/>
            <a:cxnLst/>
            <a:rect l="l" t="t" r="r" b="b"/>
            <a:pathLst>
              <a:path w="6959600" h="787400">
                <a:moveTo>
                  <a:pt x="101598" y="0"/>
                </a:moveTo>
                <a:lnTo>
                  <a:pt x="6858002" y="0"/>
                </a:lnTo>
                <a:cubicBezTo>
                  <a:pt x="6914113" y="0"/>
                  <a:pt x="6959600" y="45487"/>
                  <a:pt x="6959600" y="101598"/>
                </a:cubicBezTo>
                <a:lnTo>
                  <a:pt x="6959600" y="685802"/>
                </a:lnTo>
                <a:cubicBezTo>
                  <a:pt x="6959600" y="741913"/>
                  <a:pt x="6914113" y="787400"/>
                  <a:pt x="6858002" y="787400"/>
                </a:cubicBezTo>
                <a:lnTo>
                  <a:pt x="101598" y="787400"/>
                </a:lnTo>
                <a:cubicBezTo>
                  <a:pt x="45487" y="787400"/>
                  <a:pt x="0" y="741913"/>
                  <a:pt x="0" y="6858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23" name="Text 21"/>
          <p:cNvSpPr/>
          <p:nvPr/>
        </p:nvSpPr>
        <p:spPr>
          <a:xfrm>
            <a:off x="8635913" y="3174389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1992-1999: Windows kengayishi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35913" y="3504484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PowerPoint 4.0, 95, 97, 2000 - animatsiyalar va VBA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34365" y="3961578"/>
            <a:ext cx="6959600" cy="787400"/>
          </a:xfrm>
          <a:custGeom>
            <a:avLst/>
            <a:gdLst/>
            <a:ahLst/>
            <a:cxnLst/>
            <a:rect l="l" t="t" r="r" b="b"/>
            <a:pathLst>
              <a:path w="6959600" h="787400">
                <a:moveTo>
                  <a:pt x="101598" y="0"/>
                </a:moveTo>
                <a:lnTo>
                  <a:pt x="6858002" y="0"/>
                </a:lnTo>
                <a:cubicBezTo>
                  <a:pt x="6914113" y="0"/>
                  <a:pt x="6959600" y="45487"/>
                  <a:pt x="6959600" y="101598"/>
                </a:cubicBezTo>
                <a:lnTo>
                  <a:pt x="6959600" y="685802"/>
                </a:lnTo>
                <a:cubicBezTo>
                  <a:pt x="6959600" y="741913"/>
                  <a:pt x="6914113" y="787400"/>
                  <a:pt x="6858002" y="787400"/>
                </a:cubicBezTo>
                <a:lnTo>
                  <a:pt x="101598" y="787400"/>
                </a:lnTo>
                <a:cubicBezTo>
                  <a:pt x="45487" y="787400"/>
                  <a:pt x="0" y="741913"/>
                  <a:pt x="0" y="6858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26" name="Text 24"/>
          <p:cNvSpPr/>
          <p:nvPr/>
        </p:nvSpPr>
        <p:spPr>
          <a:xfrm>
            <a:off x="8635913" y="4063126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2001-2008: XP dan Ribbon davrigacha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35913" y="4393220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PowerPoint 2003, 2007 - Ribbon interfeysi va .pptx formati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34365" y="4850315"/>
            <a:ext cx="6959600" cy="787400"/>
          </a:xfrm>
          <a:custGeom>
            <a:avLst/>
            <a:gdLst/>
            <a:ahLst/>
            <a:cxnLst/>
            <a:rect l="l" t="t" r="r" b="b"/>
            <a:pathLst>
              <a:path w="6959600" h="787400">
                <a:moveTo>
                  <a:pt x="101598" y="0"/>
                </a:moveTo>
                <a:lnTo>
                  <a:pt x="6858002" y="0"/>
                </a:lnTo>
                <a:cubicBezTo>
                  <a:pt x="6914113" y="0"/>
                  <a:pt x="6959600" y="45487"/>
                  <a:pt x="6959600" y="101598"/>
                </a:cubicBezTo>
                <a:lnTo>
                  <a:pt x="6959600" y="685802"/>
                </a:lnTo>
                <a:cubicBezTo>
                  <a:pt x="6959600" y="741913"/>
                  <a:pt x="6914113" y="787400"/>
                  <a:pt x="6858002" y="787400"/>
                </a:cubicBezTo>
                <a:lnTo>
                  <a:pt x="101598" y="787400"/>
                </a:lnTo>
                <a:cubicBezTo>
                  <a:pt x="45487" y="787400"/>
                  <a:pt x="0" y="741913"/>
                  <a:pt x="0" y="6858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29" name="Text 27"/>
          <p:cNvSpPr/>
          <p:nvPr/>
        </p:nvSpPr>
        <p:spPr>
          <a:xfrm>
            <a:off x="8635913" y="4951865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2010-2016: Zamonaviylashtirish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35913" y="5281960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PowerPoint 2010, 2013, 2016 - bulut integratsiyasi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34365" y="5739054"/>
            <a:ext cx="6959600" cy="787400"/>
          </a:xfrm>
          <a:custGeom>
            <a:avLst/>
            <a:gdLst/>
            <a:ahLst/>
            <a:cxnLst/>
            <a:rect l="l" t="t" r="r" b="b"/>
            <a:pathLst>
              <a:path w="6959600" h="787400">
                <a:moveTo>
                  <a:pt x="101598" y="0"/>
                </a:moveTo>
                <a:lnTo>
                  <a:pt x="6858002" y="0"/>
                </a:lnTo>
                <a:cubicBezTo>
                  <a:pt x="6914113" y="0"/>
                  <a:pt x="6959600" y="45487"/>
                  <a:pt x="6959600" y="101598"/>
                </a:cubicBezTo>
                <a:lnTo>
                  <a:pt x="6959600" y="685802"/>
                </a:lnTo>
                <a:cubicBezTo>
                  <a:pt x="6959600" y="741913"/>
                  <a:pt x="6914113" y="787400"/>
                  <a:pt x="6858002" y="787400"/>
                </a:cubicBezTo>
                <a:lnTo>
                  <a:pt x="101598" y="787400"/>
                </a:lnTo>
                <a:cubicBezTo>
                  <a:pt x="45487" y="787400"/>
                  <a:pt x="0" y="741913"/>
                  <a:pt x="0" y="6858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32" name="Text 30"/>
          <p:cNvSpPr/>
          <p:nvPr/>
        </p:nvSpPr>
        <p:spPr>
          <a:xfrm>
            <a:off x="8635913" y="5840602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2019-bugun: Bulut va AI davri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35913" y="6170696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PowerPoint 2019, 2021, 2024 - AI va real-time hamkorlik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33190" y="7518629"/>
            <a:ext cx="15214390" cy="1117600"/>
          </a:xfrm>
          <a:custGeom>
            <a:avLst/>
            <a:gdLst/>
            <a:ahLst/>
            <a:cxnLst/>
            <a:rect l="l" t="t" r="r" b="b"/>
            <a:pathLst>
              <a:path w="15214390" h="1117600">
                <a:moveTo>
                  <a:pt x="50380" y="0"/>
                </a:moveTo>
                <a:lnTo>
                  <a:pt x="15061994" y="0"/>
                </a:lnTo>
                <a:cubicBezTo>
                  <a:pt x="15146160" y="0"/>
                  <a:pt x="15214390" y="68230"/>
                  <a:pt x="15214390" y="152396"/>
                </a:cubicBezTo>
                <a:lnTo>
                  <a:pt x="15214390" y="965204"/>
                </a:lnTo>
                <a:cubicBezTo>
                  <a:pt x="15214390" y="1049370"/>
                  <a:pt x="15146160" y="1117600"/>
                  <a:pt x="15061994" y="1117600"/>
                </a:cubicBezTo>
                <a:lnTo>
                  <a:pt x="50380" y="1117600"/>
                </a:lnTo>
                <a:cubicBezTo>
                  <a:pt x="22556" y="1117600"/>
                  <a:pt x="0" y="1095044"/>
                  <a:pt x="0" y="10672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gradFill rotWithShape="1" flip="none">
            <a:gsLst>
              <a:gs pos="0">
                <a:srgbClr val="E94560">
                  <a:alpha val="20000"/>
                </a:srgbClr>
              </a:gs>
              <a:gs pos="100000">
                <a:srgbClr val="16213E"/>
              </a:gs>
            </a:gsLst>
            <a:lin ang="0" scaled="1"/>
          </a:gradFill>
          <a:ln/>
        </p:spPr>
      </p:sp>
      <p:sp>
        <p:nvSpPr>
          <p:cNvPr id="35" name="Shape 33"/>
          <p:cNvSpPr/>
          <p:nvPr/>
        </p:nvSpPr>
        <p:spPr>
          <a:xfrm>
            <a:off x="533190" y="7518629"/>
            <a:ext cx="50380" cy="1117600"/>
          </a:xfrm>
          <a:custGeom>
            <a:avLst/>
            <a:gdLst/>
            <a:ahLst/>
            <a:cxnLst/>
            <a:rect l="l" t="t" r="r" b="b"/>
            <a:pathLst>
              <a:path w="50380" h="1117600">
                <a:moveTo>
                  <a:pt x="50380" y="0"/>
                </a:moveTo>
                <a:lnTo>
                  <a:pt x="50380" y="0"/>
                </a:lnTo>
                <a:lnTo>
                  <a:pt x="50380" y="1117600"/>
                </a:lnTo>
                <a:lnTo>
                  <a:pt x="50380" y="1117600"/>
                </a:lnTo>
                <a:cubicBezTo>
                  <a:pt x="22556" y="1117600"/>
                  <a:pt x="0" y="1095044"/>
                  <a:pt x="0" y="10672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6" name="Shape 34"/>
          <p:cNvSpPr/>
          <p:nvPr/>
        </p:nvSpPr>
        <p:spPr>
          <a:xfrm>
            <a:off x="812363" y="788677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07379" y="0"/>
                </a:moveTo>
                <a:lnTo>
                  <a:pt x="274067" y="0"/>
                </a:lnTo>
                <a:cubicBezTo>
                  <a:pt x="293787" y="0"/>
                  <a:pt x="309860" y="16222"/>
                  <a:pt x="309116" y="35868"/>
                </a:cubicBezTo>
                <a:cubicBezTo>
                  <a:pt x="308967" y="39812"/>
                  <a:pt x="308818" y="43755"/>
                  <a:pt x="308595" y="47625"/>
                </a:cubicBezTo>
                <a:lnTo>
                  <a:pt x="345504" y="47625"/>
                </a:lnTo>
                <a:cubicBezTo>
                  <a:pt x="364927" y="47625"/>
                  <a:pt x="382042" y="63698"/>
                  <a:pt x="380554" y="84683"/>
                </a:cubicBezTo>
                <a:cubicBezTo>
                  <a:pt x="374972" y="161851"/>
                  <a:pt x="335533" y="204267"/>
                  <a:pt x="292745" y="226442"/>
                </a:cubicBezTo>
                <a:cubicBezTo>
                  <a:pt x="280988" y="232544"/>
                  <a:pt x="269007" y="237083"/>
                  <a:pt x="257621" y="240432"/>
                </a:cubicBezTo>
                <a:cubicBezTo>
                  <a:pt x="242590" y="261714"/>
                  <a:pt x="226963" y="272951"/>
                  <a:pt x="214536" y="278978"/>
                </a:cubicBezTo>
                <a:lnTo>
                  <a:pt x="214536" y="333375"/>
                </a:lnTo>
                <a:lnTo>
                  <a:pt x="262161" y="333375"/>
                </a:lnTo>
                <a:cubicBezTo>
                  <a:pt x="275332" y="333375"/>
                  <a:pt x="285973" y="344016"/>
                  <a:pt x="285973" y="357188"/>
                </a:cubicBezTo>
                <a:cubicBezTo>
                  <a:pt x="285973" y="370359"/>
                  <a:pt x="275332" y="381000"/>
                  <a:pt x="262161" y="381000"/>
                </a:cubicBezTo>
                <a:lnTo>
                  <a:pt x="119286" y="381000"/>
                </a:lnTo>
                <a:cubicBezTo>
                  <a:pt x="106114" y="381000"/>
                  <a:pt x="95473" y="370359"/>
                  <a:pt x="95473" y="357188"/>
                </a:cubicBezTo>
                <a:cubicBezTo>
                  <a:pt x="95473" y="344016"/>
                  <a:pt x="106114" y="333375"/>
                  <a:pt x="119286" y="333375"/>
                </a:cubicBezTo>
                <a:lnTo>
                  <a:pt x="166911" y="333375"/>
                </a:lnTo>
                <a:lnTo>
                  <a:pt x="166911" y="278978"/>
                </a:lnTo>
                <a:cubicBezTo>
                  <a:pt x="155004" y="273248"/>
                  <a:pt x="140196" y="262607"/>
                  <a:pt x="125760" y="243036"/>
                </a:cubicBezTo>
                <a:cubicBezTo>
                  <a:pt x="112068" y="239464"/>
                  <a:pt x="97185" y="234032"/>
                  <a:pt x="82674" y="225847"/>
                </a:cubicBezTo>
                <a:cubicBezTo>
                  <a:pt x="42416" y="203299"/>
                  <a:pt x="6102" y="160809"/>
                  <a:pt x="893" y="84534"/>
                </a:cubicBezTo>
                <a:cubicBezTo>
                  <a:pt x="-521" y="63624"/>
                  <a:pt x="16520" y="47551"/>
                  <a:pt x="35942" y="47551"/>
                </a:cubicBezTo>
                <a:lnTo>
                  <a:pt x="72851" y="47551"/>
                </a:lnTo>
                <a:cubicBezTo>
                  <a:pt x="72628" y="43681"/>
                  <a:pt x="72479" y="39812"/>
                  <a:pt x="72330" y="35793"/>
                </a:cubicBezTo>
                <a:cubicBezTo>
                  <a:pt x="71586" y="16073"/>
                  <a:pt x="87660" y="-74"/>
                  <a:pt x="107379" y="-74"/>
                </a:cubicBezTo>
                <a:close/>
                <a:moveTo>
                  <a:pt x="75530" y="83344"/>
                </a:moveTo>
                <a:lnTo>
                  <a:pt x="36537" y="83344"/>
                </a:lnTo>
                <a:cubicBezTo>
                  <a:pt x="41151" y="146372"/>
                  <a:pt x="70098" y="177924"/>
                  <a:pt x="99938" y="194667"/>
                </a:cubicBezTo>
                <a:cubicBezTo>
                  <a:pt x="89222" y="166911"/>
                  <a:pt x="80367" y="130671"/>
                  <a:pt x="75530" y="83344"/>
                </a:cubicBezTo>
                <a:close/>
                <a:moveTo>
                  <a:pt x="282773" y="191095"/>
                </a:moveTo>
                <a:cubicBezTo>
                  <a:pt x="312911" y="173385"/>
                  <a:pt x="340147" y="141908"/>
                  <a:pt x="344760" y="83344"/>
                </a:cubicBezTo>
                <a:lnTo>
                  <a:pt x="305842" y="83344"/>
                </a:lnTo>
                <a:cubicBezTo>
                  <a:pt x="301228" y="128662"/>
                  <a:pt x="292894" y="163860"/>
                  <a:pt x="282773" y="191095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7" name="Text 35"/>
          <p:cNvSpPr/>
          <p:nvPr/>
        </p:nvSpPr>
        <p:spPr>
          <a:xfrm>
            <a:off x="1440995" y="7721811"/>
            <a:ext cx="8661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Bugungi Kun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40995" y="8128090"/>
            <a:ext cx="863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PowerPoint dunyo bo'ylab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95% bozorni egallagan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 dunyoning eng mashhur taqdimot dasturidir.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.graphicmama.com/629cc7a86ada5c3e90d8d6d05cf3aed036c181c7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813" b="7812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A2E">
                  <a:alpha val="95000"/>
                </a:srgbClr>
              </a:gs>
              <a:gs pos="50000">
                <a:srgbClr val="16213E">
                  <a:alpha val="90000"/>
                </a:srgbClr>
              </a:gs>
              <a:gs pos="100000">
                <a:srgbClr val="E94560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8000" y="2552945"/>
            <a:ext cx="1803400" cy="558800"/>
          </a:xfrm>
          <a:custGeom>
            <a:avLst/>
            <a:gdLst/>
            <a:ahLst/>
            <a:cxnLst/>
            <a:rect l="l" t="t" r="r" b="b"/>
            <a:pathLst>
              <a:path w="1803400" h="558800">
                <a:moveTo>
                  <a:pt x="279400" y="0"/>
                </a:moveTo>
                <a:lnTo>
                  <a:pt x="1524000" y="0"/>
                </a:lnTo>
                <a:cubicBezTo>
                  <a:pt x="1678205" y="0"/>
                  <a:pt x="1803400" y="125195"/>
                  <a:pt x="1803400" y="279400"/>
                </a:cubicBezTo>
                <a:lnTo>
                  <a:pt x="1803400" y="279400"/>
                </a:lnTo>
                <a:cubicBezTo>
                  <a:pt x="1803400" y="433605"/>
                  <a:pt x="1678205" y="558800"/>
                  <a:pt x="1524000" y="558800"/>
                </a:cubicBezTo>
                <a:lnTo>
                  <a:pt x="279400" y="558800"/>
                </a:lnTo>
                <a:cubicBezTo>
                  <a:pt x="125195" y="558800"/>
                  <a:pt x="0" y="433605"/>
                  <a:pt x="0" y="279400"/>
                </a:cubicBezTo>
                <a:lnTo>
                  <a:pt x="0" y="279400"/>
                </a:lnTo>
                <a:cubicBezTo>
                  <a:pt x="0" y="125195"/>
                  <a:pt x="125195" y="0"/>
                  <a:pt x="2794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5" name="Text 2"/>
          <p:cNvSpPr/>
          <p:nvPr/>
        </p:nvSpPr>
        <p:spPr>
          <a:xfrm>
            <a:off x="812730" y="2648896"/>
            <a:ext cx="1315395" cy="363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BO'LIM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619500"/>
            <a:ext cx="1562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Asosiy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94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Imkoniyatlar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829232"/>
            <a:ext cx="2032000" cy="50800"/>
          </a:xfrm>
          <a:custGeom>
            <a:avLst/>
            <a:gdLst/>
            <a:ahLst/>
            <a:cxnLst/>
            <a:rect l="l" t="t" r="r" b="b"/>
            <a:pathLst>
              <a:path w="2032000" h="50800">
                <a:moveTo>
                  <a:pt x="0" y="0"/>
                </a:moveTo>
                <a:lnTo>
                  <a:pt x="2032000" y="0"/>
                </a:lnTo>
                <a:lnTo>
                  <a:pt x="2032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8" name="Text 5"/>
          <p:cNvSpPr/>
          <p:nvPr/>
        </p:nvSpPr>
        <p:spPr>
          <a:xfrm>
            <a:off x="508000" y="6184692"/>
            <a:ext cx="990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 bir foydalanuvchi bilishi kerak bo'lgan eng muhim 10 ta xususiyat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10 Asosiy Imkoniyatlar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8000" y="111746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508000" y="1396564"/>
            <a:ext cx="2921000" cy="3530390"/>
          </a:xfrm>
          <a:custGeom>
            <a:avLst/>
            <a:gdLst/>
            <a:ahLst/>
            <a:cxnLst/>
            <a:rect l="l" t="t" r="r" b="b"/>
            <a:pathLst>
              <a:path w="2921000" h="3530390">
                <a:moveTo>
                  <a:pt x="50380" y="0"/>
                </a:moveTo>
                <a:lnTo>
                  <a:pt x="2870620" y="0"/>
                </a:lnTo>
                <a:cubicBezTo>
                  <a:pt x="2898444" y="0"/>
                  <a:pt x="2921000" y="22556"/>
                  <a:pt x="2921000" y="50380"/>
                </a:cubicBezTo>
                <a:lnTo>
                  <a:pt x="2921000" y="3378001"/>
                </a:lnTo>
                <a:cubicBezTo>
                  <a:pt x="2921000" y="3462163"/>
                  <a:pt x="2852773" y="3530390"/>
                  <a:pt x="2768611" y="3530390"/>
                </a:cubicBezTo>
                <a:lnTo>
                  <a:pt x="152389" y="3530390"/>
                </a:lnTo>
                <a:cubicBezTo>
                  <a:pt x="68283" y="3530390"/>
                  <a:pt x="0" y="3462107"/>
                  <a:pt x="0" y="3378001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508000" y="1396564"/>
            <a:ext cx="2921000" cy="50380"/>
          </a:xfrm>
          <a:custGeom>
            <a:avLst/>
            <a:gdLst/>
            <a:ahLst/>
            <a:cxnLst/>
            <a:rect l="l" t="t" r="r" b="b"/>
            <a:pathLst>
              <a:path w="2921000" h="50380">
                <a:moveTo>
                  <a:pt x="50380" y="0"/>
                </a:moveTo>
                <a:lnTo>
                  <a:pt x="2870620" y="0"/>
                </a:lnTo>
                <a:cubicBezTo>
                  <a:pt x="2898444" y="0"/>
                  <a:pt x="2921000" y="22556"/>
                  <a:pt x="2921000" y="50380"/>
                </a:cubicBezTo>
                <a:lnTo>
                  <a:pt x="2921000" y="50380"/>
                </a:lnTo>
                <a:lnTo>
                  <a:pt x="0" y="50380"/>
                </a:ln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660365" y="157411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603215" y="1574118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01663" y="170111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97693" y="6052"/>
                </a:moveTo>
                <a:lnTo>
                  <a:pt x="153938" y="49808"/>
                </a:lnTo>
                <a:lnTo>
                  <a:pt x="204192" y="100062"/>
                </a:lnTo>
                <a:lnTo>
                  <a:pt x="247948" y="56307"/>
                </a:lnTo>
                <a:cubicBezTo>
                  <a:pt x="251817" y="52388"/>
                  <a:pt x="254000" y="47129"/>
                  <a:pt x="254000" y="41672"/>
                </a:cubicBezTo>
                <a:cubicBezTo>
                  <a:pt x="254000" y="36215"/>
                  <a:pt x="251817" y="30956"/>
                  <a:pt x="247948" y="27037"/>
                </a:cubicBezTo>
                <a:lnTo>
                  <a:pt x="226963" y="6052"/>
                </a:lnTo>
                <a:cubicBezTo>
                  <a:pt x="223044" y="2183"/>
                  <a:pt x="217785" y="0"/>
                  <a:pt x="212328" y="0"/>
                </a:cubicBezTo>
                <a:cubicBezTo>
                  <a:pt x="206871" y="0"/>
                  <a:pt x="201613" y="2183"/>
                  <a:pt x="197693" y="6052"/>
                </a:cubicBezTo>
                <a:close/>
                <a:moveTo>
                  <a:pt x="137120" y="66625"/>
                </a:moveTo>
                <a:lnTo>
                  <a:pt x="6052" y="197693"/>
                </a:lnTo>
                <a:cubicBezTo>
                  <a:pt x="2183" y="201613"/>
                  <a:pt x="0" y="206871"/>
                  <a:pt x="0" y="212328"/>
                </a:cubicBezTo>
                <a:cubicBezTo>
                  <a:pt x="0" y="217785"/>
                  <a:pt x="2183" y="223044"/>
                  <a:pt x="6052" y="226963"/>
                </a:cubicBezTo>
                <a:lnTo>
                  <a:pt x="27037" y="247948"/>
                </a:lnTo>
                <a:cubicBezTo>
                  <a:pt x="30956" y="251817"/>
                  <a:pt x="36215" y="254000"/>
                  <a:pt x="41672" y="254000"/>
                </a:cubicBezTo>
                <a:cubicBezTo>
                  <a:pt x="47129" y="254000"/>
                  <a:pt x="52388" y="251817"/>
                  <a:pt x="56307" y="247948"/>
                </a:cubicBezTo>
                <a:lnTo>
                  <a:pt x="187375" y="116880"/>
                </a:lnTo>
                <a:lnTo>
                  <a:pt x="137120" y="66625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660365" y="2183668"/>
            <a:ext cx="271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Ideas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0365" y="2539126"/>
            <a:ext cx="27051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yordamida dizayn takliflari - kontentga asoslangan professional maketlar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0365" y="4470540"/>
            <a:ext cx="2616200" cy="304800"/>
          </a:xfrm>
          <a:custGeom>
            <a:avLst/>
            <a:gdLst/>
            <a:ahLst/>
            <a:cxnLst/>
            <a:rect l="l" t="t" r="r" b="b"/>
            <a:pathLst>
              <a:path w="2616200" h="304800">
                <a:moveTo>
                  <a:pt x="50801" y="0"/>
                </a:moveTo>
                <a:lnTo>
                  <a:pt x="2565399" y="0"/>
                </a:lnTo>
                <a:cubicBezTo>
                  <a:pt x="2593456" y="0"/>
                  <a:pt x="2616200" y="22744"/>
                  <a:pt x="2616200" y="50801"/>
                </a:cubicBezTo>
                <a:lnTo>
                  <a:pt x="2616200" y="253999"/>
                </a:lnTo>
                <a:cubicBezTo>
                  <a:pt x="2616200" y="282056"/>
                  <a:pt x="2593456" y="304800"/>
                  <a:pt x="25653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60365" y="4470540"/>
            <a:ext cx="26924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2016+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86438" y="1396564"/>
            <a:ext cx="2921000" cy="3530390"/>
          </a:xfrm>
          <a:custGeom>
            <a:avLst/>
            <a:gdLst/>
            <a:ahLst/>
            <a:cxnLst/>
            <a:rect l="l" t="t" r="r" b="b"/>
            <a:pathLst>
              <a:path w="2921000" h="3530390">
                <a:moveTo>
                  <a:pt x="50380" y="0"/>
                </a:moveTo>
                <a:lnTo>
                  <a:pt x="2870620" y="0"/>
                </a:lnTo>
                <a:cubicBezTo>
                  <a:pt x="2898444" y="0"/>
                  <a:pt x="2921000" y="22556"/>
                  <a:pt x="2921000" y="50380"/>
                </a:cubicBezTo>
                <a:lnTo>
                  <a:pt x="2921000" y="3378001"/>
                </a:lnTo>
                <a:cubicBezTo>
                  <a:pt x="2921000" y="3462163"/>
                  <a:pt x="2852773" y="3530390"/>
                  <a:pt x="2768611" y="3530390"/>
                </a:cubicBezTo>
                <a:lnTo>
                  <a:pt x="152389" y="3530390"/>
                </a:lnTo>
                <a:cubicBezTo>
                  <a:pt x="68283" y="3530390"/>
                  <a:pt x="0" y="3462107"/>
                  <a:pt x="0" y="3378001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14" name="Shape 12"/>
          <p:cNvSpPr/>
          <p:nvPr/>
        </p:nvSpPr>
        <p:spPr>
          <a:xfrm>
            <a:off x="3586438" y="1396564"/>
            <a:ext cx="2921000" cy="50380"/>
          </a:xfrm>
          <a:custGeom>
            <a:avLst/>
            <a:gdLst/>
            <a:ahLst/>
            <a:cxnLst/>
            <a:rect l="l" t="t" r="r" b="b"/>
            <a:pathLst>
              <a:path w="2921000" h="50380">
                <a:moveTo>
                  <a:pt x="50380" y="0"/>
                </a:moveTo>
                <a:lnTo>
                  <a:pt x="2870620" y="0"/>
                </a:lnTo>
                <a:cubicBezTo>
                  <a:pt x="2898444" y="0"/>
                  <a:pt x="2921000" y="22556"/>
                  <a:pt x="2921000" y="50380"/>
                </a:cubicBezTo>
                <a:lnTo>
                  <a:pt x="2921000" y="50380"/>
                </a:lnTo>
                <a:lnTo>
                  <a:pt x="0" y="50380"/>
                </a:ln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3738803" y="157411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3681653" y="1574118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80101" y="170111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74712"/>
                </a:moveTo>
                <a:lnTo>
                  <a:pt x="201712" y="122337"/>
                </a:lnTo>
                <a:cubicBezTo>
                  <a:pt x="197148" y="126901"/>
                  <a:pt x="190351" y="128240"/>
                  <a:pt x="184398" y="125760"/>
                </a:cubicBezTo>
                <a:cubicBezTo>
                  <a:pt x="178445" y="123279"/>
                  <a:pt x="174625" y="117525"/>
                  <a:pt x="174625" y="111125"/>
                </a:cubicBezTo>
                <a:lnTo>
                  <a:pt x="174625" y="79375"/>
                </a:lnTo>
                <a:lnTo>
                  <a:pt x="15875" y="79375"/>
                </a:lnTo>
                <a:cubicBezTo>
                  <a:pt x="7094" y="79375"/>
                  <a:pt x="0" y="72281"/>
                  <a:pt x="0" y="63500"/>
                </a:cubicBezTo>
                <a:cubicBezTo>
                  <a:pt x="0" y="54719"/>
                  <a:pt x="7094" y="47625"/>
                  <a:pt x="15875" y="47625"/>
                </a:cubicBezTo>
                <a:lnTo>
                  <a:pt x="174625" y="47625"/>
                </a:lnTo>
                <a:lnTo>
                  <a:pt x="174625" y="15875"/>
                </a:lnTo>
                <a:cubicBezTo>
                  <a:pt x="174625" y="9475"/>
                  <a:pt x="178495" y="3671"/>
                  <a:pt x="184448" y="1191"/>
                </a:cubicBezTo>
                <a:cubicBezTo>
                  <a:pt x="190401" y="-1290"/>
                  <a:pt x="197197" y="99"/>
                  <a:pt x="201761" y="4614"/>
                </a:cubicBezTo>
                <a:lnTo>
                  <a:pt x="249386" y="52239"/>
                </a:lnTo>
                <a:cubicBezTo>
                  <a:pt x="255588" y="58440"/>
                  <a:pt x="255588" y="68511"/>
                  <a:pt x="249386" y="74712"/>
                </a:cubicBezTo>
                <a:close/>
                <a:moveTo>
                  <a:pt x="52239" y="249337"/>
                </a:moveTo>
                <a:lnTo>
                  <a:pt x="4614" y="201712"/>
                </a:lnTo>
                <a:cubicBezTo>
                  <a:pt x="-1587" y="195511"/>
                  <a:pt x="-1587" y="185440"/>
                  <a:pt x="4614" y="179239"/>
                </a:cubicBezTo>
                <a:lnTo>
                  <a:pt x="52239" y="131614"/>
                </a:lnTo>
                <a:cubicBezTo>
                  <a:pt x="56803" y="127050"/>
                  <a:pt x="63599" y="125710"/>
                  <a:pt x="69552" y="128191"/>
                </a:cubicBezTo>
                <a:cubicBezTo>
                  <a:pt x="75505" y="130671"/>
                  <a:pt x="79375" y="136475"/>
                  <a:pt x="79375" y="142875"/>
                </a:cubicBezTo>
                <a:lnTo>
                  <a:pt x="79375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cubicBezTo>
                  <a:pt x="254000" y="199281"/>
                  <a:pt x="246906" y="206375"/>
                  <a:pt x="238125" y="206375"/>
                </a:cubicBezTo>
                <a:lnTo>
                  <a:pt x="79375" y="206375"/>
                </a:lnTo>
                <a:lnTo>
                  <a:pt x="79375" y="238125"/>
                </a:lnTo>
                <a:cubicBezTo>
                  <a:pt x="79375" y="244525"/>
                  <a:pt x="75505" y="250329"/>
                  <a:pt x="69552" y="252809"/>
                </a:cubicBezTo>
                <a:cubicBezTo>
                  <a:pt x="63599" y="255290"/>
                  <a:pt x="56803" y="253901"/>
                  <a:pt x="52239" y="249386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8" name="Text 16"/>
          <p:cNvSpPr/>
          <p:nvPr/>
        </p:nvSpPr>
        <p:spPr>
          <a:xfrm>
            <a:off x="3738803" y="2183668"/>
            <a:ext cx="271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Morph Transition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38803" y="2539126"/>
            <a:ext cx="27051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Silliq, dinamik slayd o'tishlari - ob'ektlar o'rtasida animatsiya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38803" y="4470540"/>
            <a:ext cx="2616200" cy="304800"/>
          </a:xfrm>
          <a:custGeom>
            <a:avLst/>
            <a:gdLst/>
            <a:ahLst/>
            <a:cxnLst/>
            <a:rect l="l" t="t" r="r" b="b"/>
            <a:pathLst>
              <a:path w="2616200" h="304800">
                <a:moveTo>
                  <a:pt x="50801" y="0"/>
                </a:moveTo>
                <a:lnTo>
                  <a:pt x="2565399" y="0"/>
                </a:lnTo>
                <a:cubicBezTo>
                  <a:pt x="2593456" y="0"/>
                  <a:pt x="2616200" y="22744"/>
                  <a:pt x="2616200" y="50801"/>
                </a:cubicBezTo>
                <a:lnTo>
                  <a:pt x="2616200" y="253999"/>
                </a:lnTo>
                <a:cubicBezTo>
                  <a:pt x="2616200" y="282056"/>
                  <a:pt x="2593456" y="304800"/>
                  <a:pt x="25653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738803" y="4470540"/>
            <a:ext cx="26924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2019+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64876" y="1396564"/>
            <a:ext cx="2921000" cy="3530390"/>
          </a:xfrm>
          <a:custGeom>
            <a:avLst/>
            <a:gdLst/>
            <a:ahLst/>
            <a:cxnLst/>
            <a:rect l="l" t="t" r="r" b="b"/>
            <a:pathLst>
              <a:path w="2921000" h="3530390">
                <a:moveTo>
                  <a:pt x="50380" y="0"/>
                </a:moveTo>
                <a:lnTo>
                  <a:pt x="2870620" y="0"/>
                </a:lnTo>
                <a:cubicBezTo>
                  <a:pt x="2898444" y="0"/>
                  <a:pt x="2921000" y="22556"/>
                  <a:pt x="2921000" y="50380"/>
                </a:cubicBezTo>
                <a:lnTo>
                  <a:pt x="2921000" y="3378001"/>
                </a:lnTo>
                <a:cubicBezTo>
                  <a:pt x="2921000" y="3462163"/>
                  <a:pt x="2852773" y="3530390"/>
                  <a:pt x="2768611" y="3530390"/>
                </a:cubicBezTo>
                <a:lnTo>
                  <a:pt x="152389" y="3530390"/>
                </a:lnTo>
                <a:cubicBezTo>
                  <a:pt x="68283" y="3530390"/>
                  <a:pt x="0" y="3462107"/>
                  <a:pt x="0" y="3378001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23" name="Shape 21"/>
          <p:cNvSpPr/>
          <p:nvPr/>
        </p:nvSpPr>
        <p:spPr>
          <a:xfrm>
            <a:off x="6664876" y="1396564"/>
            <a:ext cx="2921000" cy="50380"/>
          </a:xfrm>
          <a:custGeom>
            <a:avLst/>
            <a:gdLst/>
            <a:ahLst/>
            <a:cxnLst/>
            <a:rect l="l" t="t" r="r" b="b"/>
            <a:pathLst>
              <a:path w="2921000" h="50380">
                <a:moveTo>
                  <a:pt x="50380" y="0"/>
                </a:moveTo>
                <a:lnTo>
                  <a:pt x="2870620" y="0"/>
                </a:lnTo>
                <a:cubicBezTo>
                  <a:pt x="2898444" y="0"/>
                  <a:pt x="2921000" y="22556"/>
                  <a:pt x="2921000" y="50380"/>
                </a:cubicBezTo>
                <a:lnTo>
                  <a:pt x="2921000" y="50380"/>
                </a:lnTo>
                <a:lnTo>
                  <a:pt x="0" y="50380"/>
                </a:ln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4" name="Shape 22"/>
          <p:cNvSpPr/>
          <p:nvPr/>
        </p:nvSpPr>
        <p:spPr>
          <a:xfrm>
            <a:off x="6817241" y="157411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5" name="Text 23"/>
          <p:cNvSpPr/>
          <p:nvPr/>
        </p:nvSpPr>
        <p:spPr>
          <a:xfrm>
            <a:off x="6760091" y="1574118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58539" y="170111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5342" y="2580"/>
                </a:moveTo>
                <a:cubicBezTo>
                  <a:pt x="122734" y="-843"/>
                  <a:pt x="131266" y="-843"/>
                  <a:pt x="138658" y="2580"/>
                </a:cubicBezTo>
                <a:lnTo>
                  <a:pt x="247104" y="52685"/>
                </a:lnTo>
                <a:cubicBezTo>
                  <a:pt x="251321" y="54620"/>
                  <a:pt x="254000" y="58837"/>
                  <a:pt x="254000" y="63500"/>
                </a:cubicBezTo>
                <a:cubicBezTo>
                  <a:pt x="254000" y="68163"/>
                  <a:pt x="251321" y="72380"/>
                  <a:pt x="247104" y="74315"/>
                </a:cubicBezTo>
                <a:lnTo>
                  <a:pt x="138658" y="124420"/>
                </a:lnTo>
                <a:cubicBezTo>
                  <a:pt x="131266" y="127843"/>
                  <a:pt x="122734" y="127843"/>
                  <a:pt x="115342" y="124420"/>
                </a:cubicBezTo>
                <a:lnTo>
                  <a:pt x="6896" y="74315"/>
                </a:lnTo>
                <a:cubicBezTo>
                  <a:pt x="2679" y="72330"/>
                  <a:pt x="0" y="68114"/>
                  <a:pt x="0" y="63500"/>
                </a:cubicBezTo>
                <a:cubicBezTo>
                  <a:pt x="0" y="58886"/>
                  <a:pt x="2679" y="54620"/>
                  <a:pt x="6896" y="52685"/>
                </a:cubicBezTo>
                <a:lnTo>
                  <a:pt x="115342" y="2580"/>
                </a:lnTo>
                <a:close/>
                <a:moveTo>
                  <a:pt x="23862" y="108347"/>
                </a:moveTo>
                <a:lnTo>
                  <a:pt x="105370" y="146000"/>
                </a:lnTo>
                <a:cubicBezTo>
                  <a:pt x="119112" y="152350"/>
                  <a:pt x="134938" y="152350"/>
                  <a:pt x="148679" y="146000"/>
                </a:cubicBezTo>
                <a:lnTo>
                  <a:pt x="230188" y="108347"/>
                </a:lnTo>
                <a:lnTo>
                  <a:pt x="247104" y="116185"/>
                </a:lnTo>
                <a:cubicBezTo>
                  <a:pt x="251321" y="118120"/>
                  <a:pt x="254000" y="122337"/>
                  <a:pt x="254000" y="127000"/>
                </a:cubicBezTo>
                <a:cubicBezTo>
                  <a:pt x="254000" y="131663"/>
                  <a:pt x="251321" y="135880"/>
                  <a:pt x="247104" y="137815"/>
                </a:cubicBezTo>
                <a:lnTo>
                  <a:pt x="138658" y="187920"/>
                </a:lnTo>
                <a:cubicBezTo>
                  <a:pt x="131266" y="191343"/>
                  <a:pt x="122734" y="191343"/>
                  <a:pt x="115342" y="187920"/>
                </a:cubicBezTo>
                <a:lnTo>
                  <a:pt x="6896" y="137815"/>
                </a:lnTo>
                <a:cubicBezTo>
                  <a:pt x="2679" y="135830"/>
                  <a:pt x="0" y="131614"/>
                  <a:pt x="0" y="127000"/>
                </a:cubicBezTo>
                <a:cubicBezTo>
                  <a:pt x="0" y="122386"/>
                  <a:pt x="2679" y="118120"/>
                  <a:pt x="6896" y="116185"/>
                </a:cubicBezTo>
                <a:lnTo>
                  <a:pt x="23812" y="108347"/>
                </a:lnTo>
                <a:close/>
                <a:moveTo>
                  <a:pt x="6896" y="179685"/>
                </a:moveTo>
                <a:lnTo>
                  <a:pt x="23812" y="171847"/>
                </a:lnTo>
                <a:lnTo>
                  <a:pt x="105321" y="209500"/>
                </a:lnTo>
                <a:cubicBezTo>
                  <a:pt x="119063" y="215850"/>
                  <a:pt x="134888" y="215850"/>
                  <a:pt x="148630" y="209500"/>
                </a:cubicBezTo>
                <a:lnTo>
                  <a:pt x="230138" y="171847"/>
                </a:lnTo>
                <a:lnTo>
                  <a:pt x="247055" y="179685"/>
                </a:lnTo>
                <a:cubicBezTo>
                  <a:pt x="251271" y="181620"/>
                  <a:pt x="253950" y="185837"/>
                  <a:pt x="253950" y="190500"/>
                </a:cubicBezTo>
                <a:cubicBezTo>
                  <a:pt x="253950" y="195163"/>
                  <a:pt x="251271" y="199380"/>
                  <a:pt x="247055" y="201315"/>
                </a:cubicBezTo>
                <a:lnTo>
                  <a:pt x="138609" y="251420"/>
                </a:lnTo>
                <a:cubicBezTo>
                  <a:pt x="131217" y="254843"/>
                  <a:pt x="122684" y="254843"/>
                  <a:pt x="115292" y="251420"/>
                </a:cubicBezTo>
                <a:lnTo>
                  <a:pt x="6896" y="201315"/>
                </a:lnTo>
                <a:cubicBezTo>
                  <a:pt x="2679" y="199330"/>
                  <a:pt x="0" y="195114"/>
                  <a:pt x="0" y="190500"/>
                </a:cubicBezTo>
                <a:cubicBezTo>
                  <a:pt x="0" y="185886"/>
                  <a:pt x="2679" y="181620"/>
                  <a:pt x="6896" y="179685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7" name="Text 25"/>
          <p:cNvSpPr/>
          <p:nvPr/>
        </p:nvSpPr>
        <p:spPr>
          <a:xfrm>
            <a:off x="6817241" y="2183668"/>
            <a:ext cx="271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Slide Master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17241" y="2539126"/>
            <a:ext cx="27051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Bir butun taqdimot uchun bir xil formatlash - brend muvofiqligi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17241" y="4470540"/>
            <a:ext cx="2616200" cy="304800"/>
          </a:xfrm>
          <a:custGeom>
            <a:avLst/>
            <a:gdLst/>
            <a:ahLst/>
            <a:cxnLst/>
            <a:rect l="l" t="t" r="r" b="b"/>
            <a:pathLst>
              <a:path w="2616200" h="304800">
                <a:moveTo>
                  <a:pt x="50801" y="0"/>
                </a:moveTo>
                <a:lnTo>
                  <a:pt x="2565399" y="0"/>
                </a:lnTo>
                <a:cubicBezTo>
                  <a:pt x="2593456" y="0"/>
                  <a:pt x="2616200" y="22744"/>
                  <a:pt x="2616200" y="50801"/>
                </a:cubicBezTo>
                <a:lnTo>
                  <a:pt x="2616200" y="253999"/>
                </a:lnTo>
                <a:cubicBezTo>
                  <a:pt x="2616200" y="282056"/>
                  <a:pt x="2593456" y="304800"/>
                  <a:pt x="25653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817241" y="4470540"/>
            <a:ext cx="26924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Barcha versiyalar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743402" y="1396564"/>
            <a:ext cx="2921000" cy="3530390"/>
          </a:xfrm>
          <a:custGeom>
            <a:avLst/>
            <a:gdLst/>
            <a:ahLst/>
            <a:cxnLst/>
            <a:rect l="l" t="t" r="r" b="b"/>
            <a:pathLst>
              <a:path w="2921000" h="3530390">
                <a:moveTo>
                  <a:pt x="50380" y="0"/>
                </a:moveTo>
                <a:lnTo>
                  <a:pt x="2870620" y="0"/>
                </a:lnTo>
                <a:cubicBezTo>
                  <a:pt x="2898444" y="0"/>
                  <a:pt x="2921000" y="22556"/>
                  <a:pt x="2921000" y="50380"/>
                </a:cubicBezTo>
                <a:lnTo>
                  <a:pt x="2921000" y="3378001"/>
                </a:lnTo>
                <a:cubicBezTo>
                  <a:pt x="2921000" y="3462163"/>
                  <a:pt x="2852773" y="3530390"/>
                  <a:pt x="2768611" y="3530390"/>
                </a:cubicBezTo>
                <a:lnTo>
                  <a:pt x="152389" y="3530390"/>
                </a:lnTo>
                <a:cubicBezTo>
                  <a:pt x="68283" y="3530390"/>
                  <a:pt x="0" y="3462107"/>
                  <a:pt x="0" y="3378001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32" name="Shape 30"/>
          <p:cNvSpPr/>
          <p:nvPr/>
        </p:nvSpPr>
        <p:spPr>
          <a:xfrm>
            <a:off x="9743402" y="1396564"/>
            <a:ext cx="2921000" cy="50380"/>
          </a:xfrm>
          <a:custGeom>
            <a:avLst/>
            <a:gdLst/>
            <a:ahLst/>
            <a:cxnLst/>
            <a:rect l="l" t="t" r="r" b="b"/>
            <a:pathLst>
              <a:path w="2921000" h="50380">
                <a:moveTo>
                  <a:pt x="50380" y="0"/>
                </a:moveTo>
                <a:lnTo>
                  <a:pt x="2870620" y="0"/>
                </a:lnTo>
                <a:cubicBezTo>
                  <a:pt x="2898444" y="0"/>
                  <a:pt x="2921000" y="22556"/>
                  <a:pt x="2921000" y="50380"/>
                </a:cubicBezTo>
                <a:lnTo>
                  <a:pt x="2921000" y="50380"/>
                </a:lnTo>
                <a:lnTo>
                  <a:pt x="0" y="50380"/>
                </a:ln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3" name="Shape 31"/>
          <p:cNvSpPr/>
          <p:nvPr/>
        </p:nvSpPr>
        <p:spPr>
          <a:xfrm>
            <a:off x="9895767" y="157411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4" name="Text 32"/>
          <p:cNvSpPr/>
          <p:nvPr/>
        </p:nvSpPr>
        <p:spPr>
          <a:xfrm>
            <a:off x="9838617" y="1574118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552940" y="1701118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0" y="47625"/>
                </a:moveTo>
                <a:cubicBezTo>
                  <a:pt x="0" y="30113"/>
                  <a:pt x="14238" y="15875"/>
                  <a:pt x="31750" y="15875"/>
                </a:cubicBezTo>
                <a:lnTo>
                  <a:pt x="190500" y="15875"/>
                </a:lnTo>
                <a:cubicBezTo>
                  <a:pt x="208012" y="15875"/>
                  <a:pt x="222250" y="30113"/>
                  <a:pt x="222250" y="47625"/>
                </a:cubicBezTo>
                <a:lnTo>
                  <a:pt x="222250" y="206375"/>
                </a:lnTo>
                <a:cubicBezTo>
                  <a:pt x="222250" y="223887"/>
                  <a:pt x="208012" y="238125"/>
                  <a:pt x="190500" y="238125"/>
                </a:cubicBezTo>
                <a:lnTo>
                  <a:pt x="31750" y="238125"/>
                </a:lnTo>
                <a:cubicBezTo>
                  <a:pt x="14238" y="238125"/>
                  <a:pt x="0" y="223887"/>
                  <a:pt x="0" y="206375"/>
                </a:cubicBezTo>
                <a:lnTo>
                  <a:pt x="0" y="47625"/>
                </a:lnTo>
                <a:close/>
                <a:moveTo>
                  <a:pt x="23812" y="182563"/>
                </a:moveTo>
                <a:lnTo>
                  <a:pt x="23812" y="198438"/>
                </a:lnTo>
                <a:cubicBezTo>
                  <a:pt x="23812" y="202803"/>
                  <a:pt x="27384" y="206375"/>
                  <a:pt x="31750" y="206375"/>
                </a:cubicBezTo>
                <a:lnTo>
                  <a:pt x="47625" y="206375"/>
                </a:lnTo>
                <a:cubicBezTo>
                  <a:pt x="51991" y="206375"/>
                  <a:pt x="55563" y="202803"/>
                  <a:pt x="55563" y="198438"/>
                </a:cubicBezTo>
                <a:lnTo>
                  <a:pt x="55563" y="182563"/>
                </a:lnTo>
                <a:cubicBezTo>
                  <a:pt x="55563" y="178197"/>
                  <a:pt x="51991" y="174625"/>
                  <a:pt x="47625" y="174625"/>
                </a:cubicBezTo>
                <a:lnTo>
                  <a:pt x="31750" y="174625"/>
                </a:lnTo>
                <a:cubicBezTo>
                  <a:pt x="27384" y="174625"/>
                  <a:pt x="23812" y="178197"/>
                  <a:pt x="23812" y="182563"/>
                </a:cubicBezTo>
                <a:close/>
                <a:moveTo>
                  <a:pt x="174625" y="174625"/>
                </a:moveTo>
                <a:cubicBezTo>
                  <a:pt x="170259" y="174625"/>
                  <a:pt x="166688" y="178197"/>
                  <a:pt x="166688" y="182563"/>
                </a:cubicBezTo>
                <a:lnTo>
                  <a:pt x="166688" y="198438"/>
                </a:lnTo>
                <a:cubicBezTo>
                  <a:pt x="166688" y="202803"/>
                  <a:pt x="170259" y="206375"/>
                  <a:pt x="174625" y="206375"/>
                </a:cubicBezTo>
                <a:lnTo>
                  <a:pt x="190500" y="206375"/>
                </a:lnTo>
                <a:cubicBezTo>
                  <a:pt x="194866" y="206375"/>
                  <a:pt x="198438" y="202803"/>
                  <a:pt x="198438" y="198438"/>
                </a:cubicBezTo>
                <a:lnTo>
                  <a:pt x="198438" y="182563"/>
                </a:lnTo>
                <a:cubicBezTo>
                  <a:pt x="198438" y="178197"/>
                  <a:pt x="194866" y="174625"/>
                  <a:pt x="190500" y="174625"/>
                </a:cubicBezTo>
                <a:lnTo>
                  <a:pt x="174625" y="174625"/>
                </a:lnTo>
                <a:close/>
                <a:moveTo>
                  <a:pt x="23812" y="119063"/>
                </a:moveTo>
                <a:lnTo>
                  <a:pt x="23812" y="134938"/>
                </a:lnTo>
                <a:cubicBezTo>
                  <a:pt x="23812" y="139303"/>
                  <a:pt x="27384" y="142875"/>
                  <a:pt x="31750" y="142875"/>
                </a:cubicBezTo>
                <a:lnTo>
                  <a:pt x="47625" y="142875"/>
                </a:lnTo>
                <a:cubicBezTo>
                  <a:pt x="51991" y="142875"/>
                  <a:pt x="55563" y="139303"/>
                  <a:pt x="55563" y="134938"/>
                </a:cubicBezTo>
                <a:lnTo>
                  <a:pt x="55563" y="119063"/>
                </a:lnTo>
                <a:cubicBezTo>
                  <a:pt x="55563" y="114697"/>
                  <a:pt x="51991" y="111125"/>
                  <a:pt x="47625" y="111125"/>
                </a:cubicBezTo>
                <a:lnTo>
                  <a:pt x="31750" y="111125"/>
                </a:lnTo>
                <a:cubicBezTo>
                  <a:pt x="27384" y="111125"/>
                  <a:pt x="23812" y="114697"/>
                  <a:pt x="23812" y="119063"/>
                </a:cubicBezTo>
                <a:close/>
                <a:moveTo>
                  <a:pt x="174625" y="111125"/>
                </a:moveTo>
                <a:cubicBezTo>
                  <a:pt x="170259" y="111125"/>
                  <a:pt x="166688" y="114697"/>
                  <a:pt x="166688" y="119063"/>
                </a:cubicBezTo>
                <a:lnTo>
                  <a:pt x="166688" y="134938"/>
                </a:lnTo>
                <a:cubicBezTo>
                  <a:pt x="166688" y="139303"/>
                  <a:pt x="170259" y="142875"/>
                  <a:pt x="174625" y="142875"/>
                </a:cubicBezTo>
                <a:lnTo>
                  <a:pt x="190500" y="142875"/>
                </a:lnTo>
                <a:cubicBezTo>
                  <a:pt x="194866" y="142875"/>
                  <a:pt x="198438" y="139303"/>
                  <a:pt x="198438" y="134938"/>
                </a:cubicBezTo>
                <a:lnTo>
                  <a:pt x="198438" y="119063"/>
                </a:lnTo>
                <a:cubicBezTo>
                  <a:pt x="198438" y="114697"/>
                  <a:pt x="194866" y="111125"/>
                  <a:pt x="190500" y="111125"/>
                </a:cubicBezTo>
                <a:lnTo>
                  <a:pt x="174625" y="111125"/>
                </a:lnTo>
                <a:close/>
                <a:moveTo>
                  <a:pt x="23812" y="55563"/>
                </a:moveTo>
                <a:lnTo>
                  <a:pt x="23812" y="71438"/>
                </a:lnTo>
                <a:cubicBezTo>
                  <a:pt x="23812" y="75803"/>
                  <a:pt x="27384" y="79375"/>
                  <a:pt x="31750" y="79375"/>
                </a:cubicBezTo>
                <a:lnTo>
                  <a:pt x="47625" y="79375"/>
                </a:lnTo>
                <a:cubicBezTo>
                  <a:pt x="51991" y="79375"/>
                  <a:pt x="55563" y="75803"/>
                  <a:pt x="55563" y="71438"/>
                </a:cubicBezTo>
                <a:lnTo>
                  <a:pt x="55563" y="55563"/>
                </a:lnTo>
                <a:cubicBezTo>
                  <a:pt x="55563" y="51197"/>
                  <a:pt x="51991" y="47625"/>
                  <a:pt x="47625" y="47625"/>
                </a:cubicBezTo>
                <a:lnTo>
                  <a:pt x="31750" y="47625"/>
                </a:lnTo>
                <a:cubicBezTo>
                  <a:pt x="27384" y="47625"/>
                  <a:pt x="23812" y="51197"/>
                  <a:pt x="23812" y="55563"/>
                </a:cubicBezTo>
                <a:close/>
                <a:moveTo>
                  <a:pt x="174625" y="47625"/>
                </a:moveTo>
                <a:cubicBezTo>
                  <a:pt x="170259" y="47625"/>
                  <a:pt x="166688" y="51197"/>
                  <a:pt x="166688" y="55563"/>
                </a:cubicBezTo>
                <a:lnTo>
                  <a:pt x="166688" y="71438"/>
                </a:lnTo>
                <a:cubicBezTo>
                  <a:pt x="166688" y="75803"/>
                  <a:pt x="170259" y="79375"/>
                  <a:pt x="174625" y="79375"/>
                </a:cubicBezTo>
                <a:lnTo>
                  <a:pt x="190500" y="79375"/>
                </a:lnTo>
                <a:cubicBezTo>
                  <a:pt x="194866" y="79375"/>
                  <a:pt x="198438" y="75803"/>
                  <a:pt x="198438" y="71438"/>
                </a:cubicBezTo>
                <a:lnTo>
                  <a:pt x="198438" y="55563"/>
                </a:lnTo>
                <a:cubicBezTo>
                  <a:pt x="198438" y="51197"/>
                  <a:pt x="194866" y="47625"/>
                  <a:pt x="190500" y="47625"/>
                </a:cubicBezTo>
                <a:lnTo>
                  <a:pt x="174625" y="47625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6" name="Text 34"/>
          <p:cNvSpPr/>
          <p:nvPr/>
        </p:nvSpPr>
        <p:spPr>
          <a:xfrm>
            <a:off x="9895767" y="2183668"/>
            <a:ext cx="271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Animations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895767" y="2539126"/>
            <a:ext cx="27051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Maxsus animatsiyalar - matn, rasmlar yoki diagrammalarni ajratib ko'rsatish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895767" y="4470540"/>
            <a:ext cx="2616200" cy="304800"/>
          </a:xfrm>
          <a:custGeom>
            <a:avLst/>
            <a:gdLst/>
            <a:ahLst/>
            <a:cxnLst/>
            <a:rect l="l" t="t" r="r" b="b"/>
            <a:pathLst>
              <a:path w="2616200" h="304800">
                <a:moveTo>
                  <a:pt x="50801" y="0"/>
                </a:moveTo>
                <a:lnTo>
                  <a:pt x="2565399" y="0"/>
                </a:lnTo>
                <a:cubicBezTo>
                  <a:pt x="2593456" y="0"/>
                  <a:pt x="2616200" y="22744"/>
                  <a:pt x="2616200" y="50801"/>
                </a:cubicBezTo>
                <a:lnTo>
                  <a:pt x="2616200" y="253999"/>
                </a:lnTo>
                <a:cubicBezTo>
                  <a:pt x="2616200" y="282056"/>
                  <a:pt x="2593456" y="304800"/>
                  <a:pt x="25653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9895767" y="4470540"/>
            <a:ext cx="26924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2002+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2821840" y="1396564"/>
            <a:ext cx="2921000" cy="3530390"/>
          </a:xfrm>
          <a:custGeom>
            <a:avLst/>
            <a:gdLst/>
            <a:ahLst/>
            <a:cxnLst/>
            <a:rect l="l" t="t" r="r" b="b"/>
            <a:pathLst>
              <a:path w="2921000" h="3530390">
                <a:moveTo>
                  <a:pt x="50380" y="0"/>
                </a:moveTo>
                <a:lnTo>
                  <a:pt x="2870620" y="0"/>
                </a:lnTo>
                <a:cubicBezTo>
                  <a:pt x="2898444" y="0"/>
                  <a:pt x="2921000" y="22556"/>
                  <a:pt x="2921000" y="50380"/>
                </a:cubicBezTo>
                <a:lnTo>
                  <a:pt x="2921000" y="3378001"/>
                </a:lnTo>
                <a:cubicBezTo>
                  <a:pt x="2921000" y="3462163"/>
                  <a:pt x="2852773" y="3530390"/>
                  <a:pt x="2768611" y="3530390"/>
                </a:cubicBezTo>
                <a:lnTo>
                  <a:pt x="152389" y="3530390"/>
                </a:lnTo>
                <a:cubicBezTo>
                  <a:pt x="68283" y="3530390"/>
                  <a:pt x="0" y="3462107"/>
                  <a:pt x="0" y="3378001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41" name="Shape 39"/>
          <p:cNvSpPr/>
          <p:nvPr/>
        </p:nvSpPr>
        <p:spPr>
          <a:xfrm>
            <a:off x="12821840" y="1396564"/>
            <a:ext cx="2921000" cy="50380"/>
          </a:xfrm>
          <a:custGeom>
            <a:avLst/>
            <a:gdLst/>
            <a:ahLst/>
            <a:cxnLst/>
            <a:rect l="l" t="t" r="r" b="b"/>
            <a:pathLst>
              <a:path w="2921000" h="50380">
                <a:moveTo>
                  <a:pt x="50380" y="0"/>
                </a:moveTo>
                <a:lnTo>
                  <a:pt x="2870620" y="0"/>
                </a:lnTo>
                <a:cubicBezTo>
                  <a:pt x="2898444" y="0"/>
                  <a:pt x="2921000" y="22556"/>
                  <a:pt x="2921000" y="50380"/>
                </a:cubicBezTo>
                <a:lnTo>
                  <a:pt x="2921000" y="50380"/>
                </a:lnTo>
                <a:lnTo>
                  <a:pt x="0" y="50380"/>
                </a:ln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42" name="Shape 40"/>
          <p:cNvSpPr/>
          <p:nvPr/>
        </p:nvSpPr>
        <p:spPr>
          <a:xfrm>
            <a:off x="12974205" y="157411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43" name="Text 41"/>
          <p:cNvSpPr/>
          <p:nvPr/>
        </p:nvSpPr>
        <p:spPr>
          <a:xfrm>
            <a:off x="12917055" y="1574118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3615502" y="170111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174625"/>
                </a:lnTo>
                <a:cubicBezTo>
                  <a:pt x="0" y="192137"/>
                  <a:pt x="14238" y="206375"/>
                  <a:pt x="31750" y="206375"/>
                </a:cubicBezTo>
                <a:lnTo>
                  <a:pt x="103188" y="206375"/>
                </a:lnTo>
                <a:lnTo>
                  <a:pt x="95250" y="230188"/>
                </a:lnTo>
                <a:lnTo>
                  <a:pt x="59531" y="230188"/>
                </a:lnTo>
                <a:cubicBezTo>
                  <a:pt x="52933" y="230188"/>
                  <a:pt x="47625" y="235496"/>
                  <a:pt x="47625" y="242094"/>
                </a:cubicBezTo>
                <a:cubicBezTo>
                  <a:pt x="47625" y="248692"/>
                  <a:pt x="52933" y="254000"/>
                  <a:pt x="59531" y="254000"/>
                </a:cubicBezTo>
                <a:lnTo>
                  <a:pt x="194469" y="254000"/>
                </a:lnTo>
                <a:cubicBezTo>
                  <a:pt x="201067" y="254000"/>
                  <a:pt x="206375" y="248692"/>
                  <a:pt x="206375" y="242094"/>
                </a:cubicBezTo>
                <a:cubicBezTo>
                  <a:pt x="206375" y="235496"/>
                  <a:pt x="201067" y="230188"/>
                  <a:pt x="194469" y="230188"/>
                </a:cubicBezTo>
                <a:lnTo>
                  <a:pt x="158750" y="230188"/>
                </a:lnTo>
                <a:lnTo>
                  <a:pt x="150813" y="206375"/>
                </a:lnTo>
                <a:lnTo>
                  <a:pt x="222250" y="206375"/>
                </a:lnTo>
                <a:cubicBezTo>
                  <a:pt x="239762" y="206375"/>
                  <a:pt x="254000" y="192137"/>
                  <a:pt x="254000" y="174625"/>
                </a:cubicBezTo>
                <a:lnTo>
                  <a:pt x="254000" y="47625"/>
                </a:lnTo>
                <a:cubicBezTo>
                  <a:pt x="254000" y="30113"/>
                  <a:pt x="239762" y="15875"/>
                  <a:pt x="222250" y="15875"/>
                </a:cubicBezTo>
                <a:lnTo>
                  <a:pt x="31750" y="15875"/>
                </a:lnTo>
                <a:close/>
                <a:moveTo>
                  <a:pt x="47625" y="47625"/>
                </a:moveTo>
                <a:lnTo>
                  <a:pt x="206375" y="47625"/>
                </a:lnTo>
                <a:cubicBezTo>
                  <a:pt x="215156" y="47625"/>
                  <a:pt x="222250" y="54719"/>
                  <a:pt x="222250" y="63500"/>
                </a:cubicBezTo>
                <a:lnTo>
                  <a:pt x="222250" y="142875"/>
                </a:lnTo>
                <a:cubicBezTo>
                  <a:pt x="222250" y="151656"/>
                  <a:pt x="215156" y="158750"/>
                  <a:pt x="206375" y="158750"/>
                </a:cubicBezTo>
                <a:lnTo>
                  <a:pt x="47625" y="158750"/>
                </a:lnTo>
                <a:cubicBezTo>
                  <a:pt x="38844" y="158750"/>
                  <a:pt x="31750" y="151656"/>
                  <a:pt x="31750" y="142875"/>
                </a:cubicBezTo>
                <a:lnTo>
                  <a:pt x="31750" y="63500"/>
                </a:lnTo>
                <a:cubicBezTo>
                  <a:pt x="31750" y="54719"/>
                  <a:pt x="38844" y="47625"/>
                  <a:pt x="47625" y="47625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45" name="Text 43"/>
          <p:cNvSpPr/>
          <p:nvPr/>
        </p:nvSpPr>
        <p:spPr>
          <a:xfrm>
            <a:off x="12974205" y="2183668"/>
            <a:ext cx="271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Presenter View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974205" y="2539126"/>
            <a:ext cx="27051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Taqdimotchi ko'rinishi - izohlar, miniatura va taymer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2974205" y="4470540"/>
            <a:ext cx="2616200" cy="304800"/>
          </a:xfrm>
          <a:custGeom>
            <a:avLst/>
            <a:gdLst/>
            <a:ahLst/>
            <a:cxnLst/>
            <a:rect l="l" t="t" r="r" b="b"/>
            <a:pathLst>
              <a:path w="2616200" h="304800">
                <a:moveTo>
                  <a:pt x="50801" y="0"/>
                </a:moveTo>
                <a:lnTo>
                  <a:pt x="2565399" y="0"/>
                </a:lnTo>
                <a:cubicBezTo>
                  <a:pt x="2593456" y="0"/>
                  <a:pt x="2616200" y="22744"/>
                  <a:pt x="2616200" y="50801"/>
                </a:cubicBezTo>
                <a:lnTo>
                  <a:pt x="2616200" y="253999"/>
                </a:lnTo>
                <a:cubicBezTo>
                  <a:pt x="2616200" y="282056"/>
                  <a:pt x="2593456" y="304800"/>
                  <a:pt x="25653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2974205" y="4470540"/>
            <a:ext cx="26924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2003+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08000" y="5105020"/>
            <a:ext cx="2921000" cy="3530390"/>
          </a:xfrm>
          <a:custGeom>
            <a:avLst/>
            <a:gdLst/>
            <a:ahLst/>
            <a:cxnLst/>
            <a:rect l="l" t="t" r="r" b="b"/>
            <a:pathLst>
              <a:path w="2921000" h="3530390">
                <a:moveTo>
                  <a:pt x="50380" y="0"/>
                </a:moveTo>
                <a:lnTo>
                  <a:pt x="2870620" y="0"/>
                </a:lnTo>
                <a:cubicBezTo>
                  <a:pt x="2898444" y="0"/>
                  <a:pt x="2921000" y="22556"/>
                  <a:pt x="2921000" y="50380"/>
                </a:cubicBezTo>
                <a:lnTo>
                  <a:pt x="2921000" y="3378001"/>
                </a:lnTo>
                <a:cubicBezTo>
                  <a:pt x="2921000" y="3462163"/>
                  <a:pt x="2852773" y="3530390"/>
                  <a:pt x="2768611" y="3530390"/>
                </a:cubicBezTo>
                <a:lnTo>
                  <a:pt x="152389" y="3530390"/>
                </a:lnTo>
                <a:cubicBezTo>
                  <a:pt x="68283" y="3530390"/>
                  <a:pt x="0" y="3462107"/>
                  <a:pt x="0" y="3378001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50" name="Shape 48"/>
          <p:cNvSpPr/>
          <p:nvPr/>
        </p:nvSpPr>
        <p:spPr>
          <a:xfrm>
            <a:off x="508000" y="5105020"/>
            <a:ext cx="2921000" cy="50380"/>
          </a:xfrm>
          <a:custGeom>
            <a:avLst/>
            <a:gdLst/>
            <a:ahLst/>
            <a:cxnLst/>
            <a:rect l="l" t="t" r="r" b="b"/>
            <a:pathLst>
              <a:path w="2921000" h="50380">
                <a:moveTo>
                  <a:pt x="50380" y="0"/>
                </a:moveTo>
                <a:lnTo>
                  <a:pt x="2870620" y="0"/>
                </a:lnTo>
                <a:cubicBezTo>
                  <a:pt x="2898444" y="0"/>
                  <a:pt x="2921000" y="22556"/>
                  <a:pt x="2921000" y="50380"/>
                </a:cubicBezTo>
                <a:lnTo>
                  <a:pt x="2921000" y="50380"/>
                </a:lnTo>
                <a:lnTo>
                  <a:pt x="0" y="50380"/>
                </a:ln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51" name="Shape 49"/>
          <p:cNvSpPr/>
          <p:nvPr/>
        </p:nvSpPr>
        <p:spPr>
          <a:xfrm>
            <a:off x="660365" y="528257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52" name="Text 50"/>
          <p:cNvSpPr/>
          <p:nvPr/>
        </p:nvSpPr>
        <p:spPr>
          <a:xfrm>
            <a:off x="603215" y="5282571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301663" y="540957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41436" y="25152"/>
                </a:moveTo>
                <a:cubicBezTo>
                  <a:pt x="138857" y="19496"/>
                  <a:pt x="133201" y="15875"/>
                  <a:pt x="127000" y="15875"/>
                </a:cubicBezTo>
                <a:cubicBezTo>
                  <a:pt x="120799" y="15875"/>
                  <a:pt x="115143" y="19496"/>
                  <a:pt x="112564" y="25152"/>
                </a:cubicBezTo>
                <a:lnTo>
                  <a:pt x="29518" y="206375"/>
                </a:lnTo>
                <a:lnTo>
                  <a:pt x="23812" y="206375"/>
                </a:lnTo>
                <a:cubicBezTo>
                  <a:pt x="15032" y="206375"/>
                  <a:pt x="7938" y="213469"/>
                  <a:pt x="7938" y="222250"/>
                </a:cubicBezTo>
                <a:cubicBezTo>
                  <a:pt x="7938" y="231031"/>
                  <a:pt x="15032" y="238125"/>
                  <a:pt x="23812" y="238125"/>
                </a:cubicBezTo>
                <a:lnTo>
                  <a:pt x="67469" y="238125"/>
                </a:lnTo>
                <a:cubicBezTo>
                  <a:pt x="76250" y="238125"/>
                  <a:pt x="83344" y="231031"/>
                  <a:pt x="83344" y="222250"/>
                </a:cubicBezTo>
                <a:cubicBezTo>
                  <a:pt x="83344" y="213469"/>
                  <a:pt x="76250" y="206375"/>
                  <a:pt x="67469" y="206375"/>
                </a:cubicBezTo>
                <a:lnTo>
                  <a:pt x="64443" y="206375"/>
                </a:lnTo>
                <a:lnTo>
                  <a:pt x="75357" y="182563"/>
                </a:lnTo>
                <a:lnTo>
                  <a:pt x="178693" y="182563"/>
                </a:lnTo>
                <a:lnTo>
                  <a:pt x="189607" y="206375"/>
                </a:lnTo>
                <a:lnTo>
                  <a:pt x="186581" y="206375"/>
                </a:lnTo>
                <a:cubicBezTo>
                  <a:pt x="177800" y="206375"/>
                  <a:pt x="170706" y="213469"/>
                  <a:pt x="170706" y="222250"/>
                </a:cubicBezTo>
                <a:cubicBezTo>
                  <a:pt x="170706" y="231031"/>
                  <a:pt x="177800" y="238125"/>
                  <a:pt x="186581" y="238125"/>
                </a:cubicBezTo>
                <a:lnTo>
                  <a:pt x="230237" y="238125"/>
                </a:lnTo>
                <a:cubicBezTo>
                  <a:pt x="239018" y="238125"/>
                  <a:pt x="246112" y="231031"/>
                  <a:pt x="246112" y="222250"/>
                </a:cubicBezTo>
                <a:cubicBezTo>
                  <a:pt x="246112" y="213469"/>
                  <a:pt x="239018" y="206375"/>
                  <a:pt x="230237" y="206375"/>
                </a:cubicBezTo>
                <a:lnTo>
                  <a:pt x="224532" y="206375"/>
                </a:lnTo>
                <a:lnTo>
                  <a:pt x="141486" y="25152"/>
                </a:lnTo>
                <a:close/>
                <a:moveTo>
                  <a:pt x="164108" y="150813"/>
                </a:moveTo>
                <a:lnTo>
                  <a:pt x="89892" y="150813"/>
                </a:lnTo>
                <a:lnTo>
                  <a:pt x="127000" y="69850"/>
                </a:lnTo>
                <a:lnTo>
                  <a:pt x="164108" y="150813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54" name="Text 52"/>
          <p:cNvSpPr/>
          <p:nvPr/>
        </p:nvSpPr>
        <p:spPr>
          <a:xfrm>
            <a:off x="660365" y="5892121"/>
            <a:ext cx="271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Embedded Fonts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60365" y="6247578"/>
            <a:ext cx="27051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Shriftlarni qamrab olish - har qanday qurilmada bir xil ko'rinish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60365" y="8179082"/>
            <a:ext cx="2616200" cy="304800"/>
          </a:xfrm>
          <a:custGeom>
            <a:avLst/>
            <a:gdLst/>
            <a:ahLst/>
            <a:cxnLst/>
            <a:rect l="l" t="t" r="r" b="b"/>
            <a:pathLst>
              <a:path w="2616200" h="304800">
                <a:moveTo>
                  <a:pt x="50801" y="0"/>
                </a:moveTo>
                <a:lnTo>
                  <a:pt x="2565399" y="0"/>
                </a:lnTo>
                <a:cubicBezTo>
                  <a:pt x="2593456" y="0"/>
                  <a:pt x="2616200" y="22744"/>
                  <a:pt x="2616200" y="50801"/>
                </a:cubicBezTo>
                <a:lnTo>
                  <a:pt x="2616200" y="253999"/>
                </a:lnTo>
                <a:cubicBezTo>
                  <a:pt x="2616200" y="282056"/>
                  <a:pt x="2593456" y="304800"/>
                  <a:pt x="25653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60365" y="8179082"/>
            <a:ext cx="26924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2007+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586438" y="5105020"/>
            <a:ext cx="2921000" cy="3530390"/>
          </a:xfrm>
          <a:custGeom>
            <a:avLst/>
            <a:gdLst/>
            <a:ahLst/>
            <a:cxnLst/>
            <a:rect l="l" t="t" r="r" b="b"/>
            <a:pathLst>
              <a:path w="2921000" h="3530390">
                <a:moveTo>
                  <a:pt x="50380" y="0"/>
                </a:moveTo>
                <a:lnTo>
                  <a:pt x="2870620" y="0"/>
                </a:lnTo>
                <a:cubicBezTo>
                  <a:pt x="2898444" y="0"/>
                  <a:pt x="2921000" y="22556"/>
                  <a:pt x="2921000" y="50380"/>
                </a:cubicBezTo>
                <a:lnTo>
                  <a:pt x="2921000" y="3378001"/>
                </a:lnTo>
                <a:cubicBezTo>
                  <a:pt x="2921000" y="3462163"/>
                  <a:pt x="2852773" y="3530390"/>
                  <a:pt x="2768611" y="3530390"/>
                </a:cubicBezTo>
                <a:lnTo>
                  <a:pt x="152389" y="3530390"/>
                </a:lnTo>
                <a:cubicBezTo>
                  <a:pt x="68283" y="3530390"/>
                  <a:pt x="0" y="3462107"/>
                  <a:pt x="0" y="3378001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59" name="Shape 57"/>
          <p:cNvSpPr/>
          <p:nvPr/>
        </p:nvSpPr>
        <p:spPr>
          <a:xfrm>
            <a:off x="3586438" y="5105020"/>
            <a:ext cx="2921000" cy="50380"/>
          </a:xfrm>
          <a:custGeom>
            <a:avLst/>
            <a:gdLst/>
            <a:ahLst/>
            <a:cxnLst/>
            <a:rect l="l" t="t" r="r" b="b"/>
            <a:pathLst>
              <a:path w="2921000" h="50380">
                <a:moveTo>
                  <a:pt x="50380" y="0"/>
                </a:moveTo>
                <a:lnTo>
                  <a:pt x="2870620" y="0"/>
                </a:lnTo>
                <a:cubicBezTo>
                  <a:pt x="2898444" y="0"/>
                  <a:pt x="2921000" y="22556"/>
                  <a:pt x="2921000" y="50380"/>
                </a:cubicBezTo>
                <a:lnTo>
                  <a:pt x="2921000" y="50380"/>
                </a:lnTo>
                <a:lnTo>
                  <a:pt x="0" y="50380"/>
                </a:ln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60" name="Shape 58"/>
          <p:cNvSpPr/>
          <p:nvPr/>
        </p:nvSpPr>
        <p:spPr>
          <a:xfrm>
            <a:off x="3738803" y="528257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61" name="Text 59"/>
          <p:cNvSpPr/>
          <p:nvPr/>
        </p:nvSpPr>
        <p:spPr>
          <a:xfrm>
            <a:off x="3681653" y="5282571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348351" y="5409571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58750" y="7938"/>
                </a:moveTo>
                <a:cubicBezTo>
                  <a:pt x="187225" y="7938"/>
                  <a:pt x="210344" y="31056"/>
                  <a:pt x="210344" y="59531"/>
                </a:cubicBezTo>
                <a:cubicBezTo>
                  <a:pt x="210344" y="88007"/>
                  <a:pt x="187225" y="111125"/>
                  <a:pt x="158750" y="111125"/>
                </a:cubicBezTo>
                <a:cubicBezTo>
                  <a:pt x="130275" y="111125"/>
                  <a:pt x="107156" y="88007"/>
                  <a:pt x="107156" y="59531"/>
                </a:cubicBezTo>
                <a:cubicBezTo>
                  <a:pt x="107156" y="31056"/>
                  <a:pt x="130275" y="7938"/>
                  <a:pt x="158750" y="7938"/>
                </a:cubicBezTo>
                <a:close/>
                <a:moveTo>
                  <a:pt x="47625" y="43656"/>
                </a:moveTo>
                <a:cubicBezTo>
                  <a:pt x="67339" y="43656"/>
                  <a:pt x="83344" y="59661"/>
                  <a:pt x="83344" y="79375"/>
                </a:cubicBezTo>
                <a:cubicBezTo>
                  <a:pt x="83344" y="99089"/>
                  <a:pt x="67339" y="115094"/>
                  <a:pt x="47625" y="115094"/>
                </a:cubicBezTo>
                <a:cubicBezTo>
                  <a:pt x="27911" y="115094"/>
                  <a:pt x="11906" y="99089"/>
                  <a:pt x="11906" y="79375"/>
                </a:cubicBezTo>
                <a:cubicBezTo>
                  <a:pt x="11906" y="59661"/>
                  <a:pt x="27911" y="43656"/>
                  <a:pt x="47625" y="43656"/>
                </a:cubicBezTo>
                <a:close/>
                <a:moveTo>
                  <a:pt x="0" y="206375"/>
                </a:moveTo>
                <a:cubicBezTo>
                  <a:pt x="0" y="171301"/>
                  <a:pt x="28426" y="142875"/>
                  <a:pt x="63500" y="142875"/>
                </a:cubicBezTo>
                <a:cubicBezTo>
                  <a:pt x="69850" y="142875"/>
                  <a:pt x="76002" y="143818"/>
                  <a:pt x="81806" y="145554"/>
                </a:cubicBezTo>
                <a:cubicBezTo>
                  <a:pt x="65484" y="163810"/>
                  <a:pt x="55563" y="187920"/>
                  <a:pt x="55563" y="214313"/>
                </a:cubicBezTo>
                <a:lnTo>
                  <a:pt x="55563" y="222250"/>
                </a:lnTo>
                <a:cubicBezTo>
                  <a:pt x="55563" y="227905"/>
                  <a:pt x="56753" y="233263"/>
                  <a:pt x="58886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206375"/>
                </a:lnTo>
                <a:close/>
                <a:moveTo>
                  <a:pt x="258614" y="238125"/>
                </a:moveTo>
                <a:cubicBezTo>
                  <a:pt x="260747" y="233263"/>
                  <a:pt x="261937" y="227905"/>
                  <a:pt x="261937" y="222250"/>
                </a:cubicBezTo>
                <a:lnTo>
                  <a:pt x="261937" y="214313"/>
                </a:lnTo>
                <a:cubicBezTo>
                  <a:pt x="261937" y="187920"/>
                  <a:pt x="252016" y="163810"/>
                  <a:pt x="235694" y="145554"/>
                </a:cubicBezTo>
                <a:cubicBezTo>
                  <a:pt x="241498" y="143818"/>
                  <a:pt x="247650" y="142875"/>
                  <a:pt x="254000" y="142875"/>
                </a:cubicBezTo>
                <a:cubicBezTo>
                  <a:pt x="289074" y="142875"/>
                  <a:pt x="317500" y="171301"/>
                  <a:pt x="317500" y="206375"/>
                </a:cubicBezTo>
                <a:lnTo>
                  <a:pt x="317500" y="222250"/>
                </a:lnTo>
                <a:cubicBezTo>
                  <a:pt x="317500" y="231031"/>
                  <a:pt x="310406" y="238125"/>
                  <a:pt x="301625" y="238125"/>
                </a:cubicBezTo>
                <a:lnTo>
                  <a:pt x="258614" y="238125"/>
                </a:lnTo>
                <a:close/>
                <a:moveTo>
                  <a:pt x="234156" y="79375"/>
                </a:moveTo>
                <a:cubicBezTo>
                  <a:pt x="234156" y="59661"/>
                  <a:pt x="250161" y="43656"/>
                  <a:pt x="269875" y="43656"/>
                </a:cubicBezTo>
                <a:cubicBezTo>
                  <a:pt x="289589" y="43656"/>
                  <a:pt x="305594" y="59661"/>
                  <a:pt x="305594" y="79375"/>
                </a:cubicBezTo>
                <a:cubicBezTo>
                  <a:pt x="305594" y="99089"/>
                  <a:pt x="289589" y="115094"/>
                  <a:pt x="269875" y="115094"/>
                </a:cubicBezTo>
                <a:cubicBezTo>
                  <a:pt x="250161" y="115094"/>
                  <a:pt x="234156" y="99089"/>
                  <a:pt x="234156" y="79375"/>
                </a:cubicBezTo>
                <a:close/>
                <a:moveTo>
                  <a:pt x="79375" y="214313"/>
                </a:moveTo>
                <a:cubicBezTo>
                  <a:pt x="79375" y="170458"/>
                  <a:pt x="114895" y="134938"/>
                  <a:pt x="158750" y="134938"/>
                </a:cubicBezTo>
                <a:cubicBezTo>
                  <a:pt x="202605" y="134938"/>
                  <a:pt x="238125" y="170458"/>
                  <a:pt x="238125" y="214313"/>
                </a:cubicBezTo>
                <a:lnTo>
                  <a:pt x="238125" y="222250"/>
                </a:lnTo>
                <a:cubicBezTo>
                  <a:pt x="238125" y="231031"/>
                  <a:pt x="231031" y="238125"/>
                  <a:pt x="222250" y="238125"/>
                </a:cubicBezTo>
                <a:lnTo>
                  <a:pt x="95250" y="238125"/>
                </a:lnTo>
                <a:cubicBezTo>
                  <a:pt x="86469" y="238125"/>
                  <a:pt x="79375" y="231031"/>
                  <a:pt x="79375" y="222250"/>
                </a:cubicBezTo>
                <a:lnTo>
                  <a:pt x="79375" y="214313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63" name="Text 61"/>
          <p:cNvSpPr/>
          <p:nvPr/>
        </p:nvSpPr>
        <p:spPr>
          <a:xfrm>
            <a:off x="3738803" y="5892121"/>
            <a:ext cx="271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Collaboration Tools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3738803" y="6247578"/>
            <a:ext cx="27051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Hamkorlik vositalari - bir vaqtning o'zida tahrirlash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3738803" y="8179082"/>
            <a:ext cx="2616200" cy="304800"/>
          </a:xfrm>
          <a:custGeom>
            <a:avLst/>
            <a:gdLst/>
            <a:ahLst/>
            <a:cxnLst/>
            <a:rect l="l" t="t" r="r" b="b"/>
            <a:pathLst>
              <a:path w="2616200" h="304800">
                <a:moveTo>
                  <a:pt x="50801" y="0"/>
                </a:moveTo>
                <a:lnTo>
                  <a:pt x="2565399" y="0"/>
                </a:lnTo>
                <a:cubicBezTo>
                  <a:pt x="2593456" y="0"/>
                  <a:pt x="2616200" y="22744"/>
                  <a:pt x="2616200" y="50801"/>
                </a:cubicBezTo>
                <a:lnTo>
                  <a:pt x="2616200" y="253999"/>
                </a:lnTo>
                <a:cubicBezTo>
                  <a:pt x="2616200" y="282056"/>
                  <a:pt x="2593456" y="304800"/>
                  <a:pt x="25653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3738803" y="8179082"/>
            <a:ext cx="26924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2016+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664876" y="5105020"/>
            <a:ext cx="2921000" cy="3530390"/>
          </a:xfrm>
          <a:custGeom>
            <a:avLst/>
            <a:gdLst/>
            <a:ahLst/>
            <a:cxnLst/>
            <a:rect l="l" t="t" r="r" b="b"/>
            <a:pathLst>
              <a:path w="2921000" h="3530390">
                <a:moveTo>
                  <a:pt x="50380" y="0"/>
                </a:moveTo>
                <a:lnTo>
                  <a:pt x="2870620" y="0"/>
                </a:lnTo>
                <a:cubicBezTo>
                  <a:pt x="2898444" y="0"/>
                  <a:pt x="2921000" y="22556"/>
                  <a:pt x="2921000" y="50380"/>
                </a:cubicBezTo>
                <a:lnTo>
                  <a:pt x="2921000" y="3378001"/>
                </a:lnTo>
                <a:cubicBezTo>
                  <a:pt x="2921000" y="3462163"/>
                  <a:pt x="2852773" y="3530390"/>
                  <a:pt x="2768611" y="3530390"/>
                </a:cubicBezTo>
                <a:lnTo>
                  <a:pt x="152389" y="3530390"/>
                </a:lnTo>
                <a:cubicBezTo>
                  <a:pt x="68283" y="3530390"/>
                  <a:pt x="0" y="3462107"/>
                  <a:pt x="0" y="3378001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68" name="Shape 66"/>
          <p:cNvSpPr/>
          <p:nvPr/>
        </p:nvSpPr>
        <p:spPr>
          <a:xfrm>
            <a:off x="6664876" y="5105020"/>
            <a:ext cx="2921000" cy="50380"/>
          </a:xfrm>
          <a:custGeom>
            <a:avLst/>
            <a:gdLst/>
            <a:ahLst/>
            <a:cxnLst/>
            <a:rect l="l" t="t" r="r" b="b"/>
            <a:pathLst>
              <a:path w="2921000" h="50380">
                <a:moveTo>
                  <a:pt x="50380" y="0"/>
                </a:moveTo>
                <a:lnTo>
                  <a:pt x="2870620" y="0"/>
                </a:lnTo>
                <a:cubicBezTo>
                  <a:pt x="2898444" y="0"/>
                  <a:pt x="2921000" y="22556"/>
                  <a:pt x="2921000" y="50380"/>
                </a:cubicBezTo>
                <a:lnTo>
                  <a:pt x="2921000" y="50380"/>
                </a:lnTo>
                <a:lnTo>
                  <a:pt x="0" y="50380"/>
                </a:ln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69" name="Shape 67"/>
          <p:cNvSpPr/>
          <p:nvPr/>
        </p:nvSpPr>
        <p:spPr>
          <a:xfrm>
            <a:off x="6817241" y="528257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70" name="Text 68"/>
          <p:cNvSpPr/>
          <p:nvPr/>
        </p:nvSpPr>
        <p:spPr>
          <a:xfrm>
            <a:off x="6760091" y="5282571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7458539" y="540957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06375" y="103188"/>
                </a:moveTo>
                <a:cubicBezTo>
                  <a:pt x="206375" y="125958"/>
                  <a:pt x="198983" y="146993"/>
                  <a:pt x="186531" y="164058"/>
                </a:cubicBezTo>
                <a:lnTo>
                  <a:pt x="249337" y="226913"/>
                </a:lnTo>
                <a:cubicBezTo>
                  <a:pt x="255538" y="233114"/>
                  <a:pt x="255538" y="243185"/>
                  <a:pt x="249337" y="249386"/>
                </a:cubicBezTo>
                <a:cubicBezTo>
                  <a:pt x="243136" y="255588"/>
                  <a:pt x="233065" y="255588"/>
                  <a:pt x="226864" y="249386"/>
                </a:cubicBezTo>
                <a:lnTo>
                  <a:pt x="164058" y="186531"/>
                </a:lnTo>
                <a:cubicBezTo>
                  <a:pt x="146993" y="198983"/>
                  <a:pt x="125958" y="206375"/>
                  <a:pt x="103188" y="206375"/>
                </a:cubicBezTo>
                <a:cubicBezTo>
                  <a:pt x="46186" y="206375"/>
                  <a:pt x="0" y="160189"/>
                  <a:pt x="0" y="103188"/>
                </a:cubicBezTo>
                <a:cubicBezTo>
                  <a:pt x="0" y="46186"/>
                  <a:pt x="46186" y="0"/>
                  <a:pt x="103188" y="0"/>
                </a:cubicBezTo>
                <a:cubicBezTo>
                  <a:pt x="160189" y="0"/>
                  <a:pt x="206375" y="46186"/>
                  <a:pt x="206375" y="103188"/>
                </a:cubicBezTo>
                <a:close/>
                <a:moveTo>
                  <a:pt x="103188" y="55563"/>
                </a:moveTo>
                <a:cubicBezTo>
                  <a:pt x="96589" y="55563"/>
                  <a:pt x="91281" y="60871"/>
                  <a:pt x="91281" y="67469"/>
                </a:cubicBezTo>
                <a:lnTo>
                  <a:pt x="91281" y="91281"/>
                </a:lnTo>
                <a:lnTo>
                  <a:pt x="67469" y="91281"/>
                </a:lnTo>
                <a:cubicBezTo>
                  <a:pt x="60871" y="91281"/>
                  <a:pt x="55563" y="96589"/>
                  <a:pt x="55563" y="103188"/>
                </a:cubicBezTo>
                <a:cubicBezTo>
                  <a:pt x="55563" y="109786"/>
                  <a:pt x="60871" y="115094"/>
                  <a:pt x="67469" y="115094"/>
                </a:cubicBezTo>
                <a:lnTo>
                  <a:pt x="91281" y="115094"/>
                </a:lnTo>
                <a:lnTo>
                  <a:pt x="91281" y="138906"/>
                </a:lnTo>
                <a:cubicBezTo>
                  <a:pt x="91281" y="145504"/>
                  <a:pt x="96589" y="150813"/>
                  <a:pt x="103188" y="150813"/>
                </a:cubicBezTo>
                <a:cubicBezTo>
                  <a:pt x="109786" y="150813"/>
                  <a:pt x="115094" y="145504"/>
                  <a:pt x="115094" y="138906"/>
                </a:cubicBezTo>
                <a:lnTo>
                  <a:pt x="115094" y="115094"/>
                </a:lnTo>
                <a:lnTo>
                  <a:pt x="138906" y="115094"/>
                </a:lnTo>
                <a:cubicBezTo>
                  <a:pt x="145504" y="115094"/>
                  <a:pt x="150813" y="109786"/>
                  <a:pt x="150813" y="103188"/>
                </a:cubicBezTo>
                <a:cubicBezTo>
                  <a:pt x="150813" y="96589"/>
                  <a:pt x="145504" y="91281"/>
                  <a:pt x="138906" y="91281"/>
                </a:cubicBezTo>
                <a:lnTo>
                  <a:pt x="115094" y="91281"/>
                </a:lnTo>
                <a:lnTo>
                  <a:pt x="115094" y="67469"/>
                </a:lnTo>
                <a:cubicBezTo>
                  <a:pt x="115094" y="60871"/>
                  <a:pt x="109786" y="55563"/>
                  <a:pt x="103188" y="55563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72" name="Text 70"/>
          <p:cNvSpPr/>
          <p:nvPr/>
        </p:nvSpPr>
        <p:spPr>
          <a:xfrm>
            <a:off x="6817241" y="5892121"/>
            <a:ext cx="271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Zoom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817241" y="6247578"/>
            <a:ext cx="27051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Interaktiv navigatsiya - uzun taqdimotlarda bo'limlar o'rtasida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817241" y="8179082"/>
            <a:ext cx="2616200" cy="304800"/>
          </a:xfrm>
          <a:custGeom>
            <a:avLst/>
            <a:gdLst/>
            <a:ahLst/>
            <a:cxnLst/>
            <a:rect l="l" t="t" r="r" b="b"/>
            <a:pathLst>
              <a:path w="2616200" h="304800">
                <a:moveTo>
                  <a:pt x="50801" y="0"/>
                </a:moveTo>
                <a:lnTo>
                  <a:pt x="2565399" y="0"/>
                </a:lnTo>
                <a:cubicBezTo>
                  <a:pt x="2593456" y="0"/>
                  <a:pt x="2616200" y="22744"/>
                  <a:pt x="2616200" y="50801"/>
                </a:cubicBezTo>
                <a:lnTo>
                  <a:pt x="2616200" y="253999"/>
                </a:lnTo>
                <a:cubicBezTo>
                  <a:pt x="2616200" y="282056"/>
                  <a:pt x="2593456" y="304800"/>
                  <a:pt x="25653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6817241" y="8179082"/>
            <a:ext cx="26924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2019+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9743402" y="5105020"/>
            <a:ext cx="2921000" cy="3530390"/>
          </a:xfrm>
          <a:custGeom>
            <a:avLst/>
            <a:gdLst/>
            <a:ahLst/>
            <a:cxnLst/>
            <a:rect l="l" t="t" r="r" b="b"/>
            <a:pathLst>
              <a:path w="2921000" h="3530390">
                <a:moveTo>
                  <a:pt x="50380" y="0"/>
                </a:moveTo>
                <a:lnTo>
                  <a:pt x="2870620" y="0"/>
                </a:lnTo>
                <a:cubicBezTo>
                  <a:pt x="2898444" y="0"/>
                  <a:pt x="2921000" y="22556"/>
                  <a:pt x="2921000" y="50380"/>
                </a:cubicBezTo>
                <a:lnTo>
                  <a:pt x="2921000" y="3378001"/>
                </a:lnTo>
                <a:cubicBezTo>
                  <a:pt x="2921000" y="3462163"/>
                  <a:pt x="2852773" y="3530390"/>
                  <a:pt x="2768611" y="3530390"/>
                </a:cubicBezTo>
                <a:lnTo>
                  <a:pt x="152389" y="3530390"/>
                </a:lnTo>
                <a:cubicBezTo>
                  <a:pt x="68283" y="3530390"/>
                  <a:pt x="0" y="3462107"/>
                  <a:pt x="0" y="3378001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77" name="Shape 75"/>
          <p:cNvSpPr/>
          <p:nvPr/>
        </p:nvSpPr>
        <p:spPr>
          <a:xfrm>
            <a:off x="9743402" y="5105020"/>
            <a:ext cx="2921000" cy="50380"/>
          </a:xfrm>
          <a:custGeom>
            <a:avLst/>
            <a:gdLst/>
            <a:ahLst/>
            <a:cxnLst/>
            <a:rect l="l" t="t" r="r" b="b"/>
            <a:pathLst>
              <a:path w="2921000" h="50380">
                <a:moveTo>
                  <a:pt x="50380" y="0"/>
                </a:moveTo>
                <a:lnTo>
                  <a:pt x="2870620" y="0"/>
                </a:lnTo>
                <a:cubicBezTo>
                  <a:pt x="2898444" y="0"/>
                  <a:pt x="2921000" y="22556"/>
                  <a:pt x="2921000" y="50380"/>
                </a:cubicBezTo>
                <a:lnTo>
                  <a:pt x="2921000" y="50380"/>
                </a:lnTo>
                <a:lnTo>
                  <a:pt x="0" y="50380"/>
                </a:ln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78" name="Shape 76"/>
          <p:cNvSpPr/>
          <p:nvPr/>
        </p:nvSpPr>
        <p:spPr>
          <a:xfrm>
            <a:off x="9895767" y="528257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79" name="Text 77"/>
          <p:cNvSpPr/>
          <p:nvPr/>
        </p:nvSpPr>
        <p:spPr>
          <a:xfrm>
            <a:off x="9838617" y="5282571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10537065" y="540957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39688"/>
                </a:moveTo>
                <a:cubicBezTo>
                  <a:pt x="0" y="26541"/>
                  <a:pt x="10666" y="15875"/>
                  <a:pt x="23812" y="15875"/>
                </a:cubicBezTo>
                <a:lnTo>
                  <a:pt x="71438" y="15875"/>
                </a:lnTo>
                <a:cubicBezTo>
                  <a:pt x="84584" y="15875"/>
                  <a:pt x="95250" y="26541"/>
                  <a:pt x="95250" y="39688"/>
                </a:cubicBezTo>
                <a:lnTo>
                  <a:pt x="95250" y="47625"/>
                </a:lnTo>
                <a:lnTo>
                  <a:pt x="158750" y="47625"/>
                </a:lnTo>
                <a:lnTo>
                  <a:pt x="158750" y="39688"/>
                </a:lnTo>
                <a:cubicBezTo>
                  <a:pt x="158750" y="26541"/>
                  <a:pt x="169416" y="15875"/>
                  <a:pt x="182563" y="15875"/>
                </a:cubicBezTo>
                <a:lnTo>
                  <a:pt x="230188" y="15875"/>
                </a:lnTo>
                <a:cubicBezTo>
                  <a:pt x="243334" y="15875"/>
                  <a:pt x="254000" y="26541"/>
                  <a:pt x="254000" y="39688"/>
                </a:cubicBezTo>
                <a:lnTo>
                  <a:pt x="254000" y="87313"/>
                </a:lnTo>
                <a:cubicBezTo>
                  <a:pt x="254000" y="100459"/>
                  <a:pt x="243334" y="111125"/>
                  <a:pt x="230188" y="111125"/>
                </a:cubicBezTo>
                <a:lnTo>
                  <a:pt x="182563" y="111125"/>
                </a:lnTo>
                <a:cubicBezTo>
                  <a:pt x="169416" y="111125"/>
                  <a:pt x="158750" y="100459"/>
                  <a:pt x="158750" y="87313"/>
                </a:cubicBezTo>
                <a:lnTo>
                  <a:pt x="158750" y="79375"/>
                </a:lnTo>
                <a:lnTo>
                  <a:pt x="95250" y="79375"/>
                </a:lnTo>
                <a:lnTo>
                  <a:pt x="95250" y="87313"/>
                </a:lnTo>
                <a:cubicBezTo>
                  <a:pt x="95250" y="90934"/>
                  <a:pt x="94407" y="94407"/>
                  <a:pt x="92968" y="97482"/>
                </a:cubicBezTo>
                <a:lnTo>
                  <a:pt x="127000" y="142875"/>
                </a:lnTo>
                <a:lnTo>
                  <a:pt x="166688" y="142875"/>
                </a:lnTo>
                <a:cubicBezTo>
                  <a:pt x="179834" y="142875"/>
                  <a:pt x="190500" y="153541"/>
                  <a:pt x="190500" y="166688"/>
                </a:cubicBezTo>
                <a:lnTo>
                  <a:pt x="190500" y="214313"/>
                </a:lnTo>
                <a:cubicBezTo>
                  <a:pt x="190500" y="227459"/>
                  <a:pt x="179834" y="238125"/>
                  <a:pt x="166688" y="238125"/>
                </a:cubicBezTo>
                <a:lnTo>
                  <a:pt x="119063" y="238125"/>
                </a:lnTo>
                <a:cubicBezTo>
                  <a:pt x="105916" y="238125"/>
                  <a:pt x="95250" y="227459"/>
                  <a:pt x="95250" y="214313"/>
                </a:cubicBezTo>
                <a:lnTo>
                  <a:pt x="95250" y="166688"/>
                </a:lnTo>
                <a:cubicBezTo>
                  <a:pt x="95250" y="163066"/>
                  <a:pt x="96093" y="159593"/>
                  <a:pt x="97532" y="156518"/>
                </a:cubicBezTo>
                <a:lnTo>
                  <a:pt x="63500" y="111125"/>
                </a:lnTo>
                <a:lnTo>
                  <a:pt x="23812" y="111125"/>
                </a:lnTo>
                <a:cubicBezTo>
                  <a:pt x="10666" y="111125"/>
                  <a:pt x="0" y="100459"/>
                  <a:pt x="0" y="87313"/>
                </a:cubicBezTo>
                <a:lnTo>
                  <a:pt x="0" y="39688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81" name="Text 79"/>
          <p:cNvSpPr/>
          <p:nvPr/>
        </p:nvSpPr>
        <p:spPr>
          <a:xfrm>
            <a:off x="9895767" y="5892121"/>
            <a:ext cx="271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SmartArt Graphics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9895767" y="6247578"/>
            <a:ext cx="27051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Diagrammalar va infografikalar - murakkab ma'lumotlarni vizualizatsiya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9895767" y="8179082"/>
            <a:ext cx="2616200" cy="304800"/>
          </a:xfrm>
          <a:custGeom>
            <a:avLst/>
            <a:gdLst/>
            <a:ahLst/>
            <a:cxnLst/>
            <a:rect l="l" t="t" r="r" b="b"/>
            <a:pathLst>
              <a:path w="2616200" h="304800">
                <a:moveTo>
                  <a:pt x="50801" y="0"/>
                </a:moveTo>
                <a:lnTo>
                  <a:pt x="2565399" y="0"/>
                </a:lnTo>
                <a:cubicBezTo>
                  <a:pt x="2593456" y="0"/>
                  <a:pt x="2616200" y="22744"/>
                  <a:pt x="2616200" y="50801"/>
                </a:cubicBezTo>
                <a:lnTo>
                  <a:pt x="2616200" y="253999"/>
                </a:lnTo>
                <a:cubicBezTo>
                  <a:pt x="2616200" y="282056"/>
                  <a:pt x="2593456" y="304800"/>
                  <a:pt x="25653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9895767" y="8179082"/>
            <a:ext cx="26924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2007+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12821840" y="5105020"/>
            <a:ext cx="2921000" cy="3530390"/>
          </a:xfrm>
          <a:custGeom>
            <a:avLst/>
            <a:gdLst/>
            <a:ahLst/>
            <a:cxnLst/>
            <a:rect l="l" t="t" r="r" b="b"/>
            <a:pathLst>
              <a:path w="2921000" h="3530390">
                <a:moveTo>
                  <a:pt x="50380" y="0"/>
                </a:moveTo>
                <a:lnTo>
                  <a:pt x="2870620" y="0"/>
                </a:lnTo>
                <a:cubicBezTo>
                  <a:pt x="2898444" y="0"/>
                  <a:pt x="2921000" y="22556"/>
                  <a:pt x="2921000" y="50380"/>
                </a:cubicBezTo>
                <a:lnTo>
                  <a:pt x="2921000" y="3378001"/>
                </a:lnTo>
                <a:cubicBezTo>
                  <a:pt x="2921000" y="3462163"/>
                  <a:pt x="2852773" y="3530390"/>
                  <a:pt x="2768611" y="3530390"/>
                </a:cubicBezTo>
                <a:lnTo>
                  <a:pt x="152389" y="3530390"/>
                </a:lnTo>
                <a:cubicBezTo>
                  <a:pt x="68283" y="3530390"/>
                  <a:pt x="0" y="3462107"/>
                  <a:pt x="0" y="3378001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86" name="Shape 84"/>
          <p:cNvSpPr/>
          <p:nvPr/>
        </p:nvSpPr>
        <p:spPr>
          <a:xfrm>
            <a:off x="12821840" y="5105020"/>
            <a:ext cx="2921000" cy="50380"/>
          </a:xfrm>
          <a:custGeom>
            <a:avLst/>
            <a:gdLst/>
            <a:ahLst/>
            <a:cxnLst/>
            <a:rect l="l" t="t" r="r" b="b"/>
            <a:pathLst>
              <a:path w="2921000" h="50380">
                <a:moveTo>
                  <a:pt x="50380" y="0"/>
                </a:moveTo>
                <a:lnTo>
                  <a:pt x="2870620" y="0"/>
                </a:lnTo>
                <a:cubicBezTo>
                  <a:pt x="2898444" y="0"/>
                  <a:pt x="2921000" y="22556"/>
                  <a:pt x="2921000" y="50380"/>
                </a:cubicBezTo>
                <a:lnTo>
                  <a:pt x="2921000" y="50380"/>
                </a:lnTo>
                <a:lnTo>
                  <a:pt x="0" y="50380"/>
                </a:ln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87" name="Shape 85"/>
          <p:cNvSpPr/>
          <p:nvPr/>
        </p:nvSpPr>
        <p:spPr>
          <a:xfrm>
            <a:off x="12974205" y="528257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88" name="Text 86"/>
          <p:cNvSpPr/>
          <p:nvPr/>
        </p:nvSpPr>
        <p:spPr>
          <a:xfrm>
            <a:off x="12917055" y="5282571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13599627" y="5409571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47625" y="31750"/>
                </a:moveTo>
                <a:cubicBezTo>
                  <a:pt x="30113" y="31750"/>
                  <a:pt x="15875" y="45988"/>
                  <a:pt x="15875" y="63500"/>
                </a:cubicBezTo>
                <a:lnTo>
                  <a:pt x="15875" y="190500"/>
                </a:lnTo>
                <a:cubicBezTo>
                  <a:pt x="15875" y="208012"/>
                  <a:pt x="30113" y="222250"/>
                  <a:pt x="47625" y="222250"/>
                </a:cubicBezTo>
                <a:lnTo>
                  <a:pt x="174625" y="222250"/>
                </a:lnTo>
                <a:cubicBezTo>
                  <a:pt x="192137" y="222250"/>
                  <a:pt x="206375" y="208012"/>
                  <a:pt x="206375" y="190500"/>
                </a:cubicBezTo>
                <a:lnTo>
                  <a:pt x="206375" y="63500"/>
                </a:lnTo>
                <a:cubicBezTo>
                  <a:pt x="206375" y="45988"/>
                  <a:pt x="192137" y="31750"/>
                  <a:pt x="174625" y="31750"/>
                </a:cubicBezTo>
                <a:lnTo>
                  <a:pt x="47625" y="31750"/>
                </a:lnTo>
                <a:close/>
                <a:moveTo>
                  <a:pt x="230188" y="166688"/>
                </a:moveTo>
                <a:lnTo>
                  <a:pt x="266650" y="195858"/>
                </a:lnTo>
                <a:cubicBezTo>
                  <a:pt x="268734" y="197545"/>
                  <a:pt x="271314" y="198438"/>
                  <a:pt x="273993" y="198438"/>
                </a:cubicBezTo>
                <a:cubicBezTo>
                  <a:pt x="280491" y="198438"/>
                  <a:pt x="285750" y="193179"/>
                  <a:pt x="285750" y="186680"/>
                </a:cubicBezTo>
                <a:lnTo>
                  <a:pt x="285750" y="67320"/>
                </a:lnTo>
                <a:cubicBezTo>
                  <a:pt x="285750" y="60821"/>
                  <a:pt x="280491" y="55563"/>
                  <a:pt x="273993" y="55563"/>
                </a:cubicBezTo>
                <a:cubicBezTo>
                  <a:pt x="271314" y="55563"/>
                  <a:pt x="268734" y="56455"/>
                  <a:pt x="266650" y="58142"/>
                </a:cubicBezTo>
                <a:lnTo>
                  <a:pt x="230188" y="87313"/>
                </a:lnTo>
                <a:lnTo>
                  <a:pt x="230188" y="166688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90" name="Text 88"/>
          <p:cNvSpPr/>
          <p:nvPr/>
        </p:nvSpPr>
        <p:spPr>
          <a:xfrm>
            <a:off x="12974205" y="5892121"/>
            <a:ext cx="271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Export to Video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12974205" y="6247578"/>
            <a:ext cx="27051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formatiga eksport - 4K sifatida saqlash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12974205" y="8179082"/>
            <a:ext cx="2616200" cy="304800"/>
          </a:xfrm>
          <a:custGeom>
            <a:avLst/>
            <a:gdLst/>
            <a:ahLst/>
            <a:cxnLst/>
            <a:rect l="l" t="t" r="r" b="b"/>
            <a:pathLst>
              <a:path w="2616200" h="304800">
                <a:moveTo>
                  <a:pt x="50801" y="0"/>
                </a:moveTo>
                <a:lnTo>
                  <a:pt x="2565399" y="0"/>
                </a:lnTo>
                <a:cubicBezTo>
                  <a:pt x="2593456" y="0"/>
                  <a:pt x="2616200" y="22744"/>
                  <a:pt x="2616200" y="50801"/>
                </a:cubicBezTo>
                <a:lnTo>
                  <a:pt x="2616200" y="253999"/>
                </a:lnTo>
                <a:cubicBezTo>
                  <a:pt x="2616200" y="282056"/>
                  <a:pt x="2593456" y="304800"/>
                  <a:pt x="25653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/>
        </p:spPr>
      </p:sp>
      <p:sp>
        <p:nvSpPr>
          <p:cNvPr id="93" name="Text 91"/>
          <p:cNvSpPr/>
          <p:nvPr/>
        </p:nvSpPr>
        <p:spPr>
          <a:xfrm>
            <a:off x="12974205" y="8179082"/>
            <a:ext cx="26924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2010+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ncubator.ucf.edu/503c4b71ccf385d768605f54e970b0fb2485ccb8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821" b="7821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A2E">
                  <a:alpha val="95000"/>
                </a:srgbClr>
              </a:gs>
              <a:gs pos="50000">
                <a:srgbClr val="16213E">
                  <a:alpha val="90000"/>
                </a:srgbClr>
              </a:gs>
              <a:gs pos="100000">
                <a:srgbClr val="E94560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8000" y="2552942"/>
            <a:ext cx="1803400" cy="558800"/>
          </a:xfrm>
          <a:custGeom>
            <a:avLst/>
            <a:gdLst/>
            <a:ahLst/>
            <a:cxnLst/>
            <a:rect l="l" t="t" r="r" b="b"/>
            <a:pathLst>
              <a:path w="1803400" h="558800">
                <a:moveTo>
                  <a:pt x="279400" y="0"/>
                </a:moveTo>
                <a:lnTo>
                  <a:pt x="1524000" y="0"/>
                </a:lnTo>
                <a:cubicBezTo>
                  <a:pt x="1678205" y="0"/>
                  <a:pt x="1803400" y="125195"/>
                  <a:pt x="1803400" y="279400"/>
                </a:cubicBezTo>
                <a:lnTo>
                  <a:pt x="1803400" y="279400"/>
                </a:lnTo>
                <a:cubicBezTo>
                  <a:pt x="1803400" y="433605"/>
                  <a:pt x="1678205" y="558800"/>
                  <a:pt x="1524000" y="558800"/>
                </a:cubicBezTo>
                <a:lnTo>
                  <a:pt x="279400" y="558800"/>
                </a:lnTo>
                <a:cubicBezTo>
                  <a:pt x="125195" y="558800"/>
                  <a:pt x="0" y="433605"/>
                  <a:pt x="0" y="279400"/>
                </a:cubicBezTo>
                <a:lnTo>
                  <a:pt x="0" y="279400"/>
                </a:lnTo>
                <a:cubicBezTo>
                  <a:pt x="0" y="125195"/>
                  <a:pt x="125195" y="0"/>
                  <a:pt x="2794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5" name="Text 2"/>
          <p:cNvSpPr/>
          <p:nvPr/>
        </p:nvSpPr>
        <p:spPr>
          <a:xfrm>
            <a:off x="812730" y="2648893"/>
            <a:ext cx="1317669" cy="363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BO'LIM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619500"/>
            <a:ext cx="1562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va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94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Zamonaviy Xususiyatlar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829232"/>
            <a:ext cx="2032000" cy="50800"/>
          </a:xfrm>
          <a:custGeom>
            <a:avLst/>
            <a:gdLst/>
            <a:ahLst/>
            <a:cxnLst/>
            <a:rect l="l" t="t" r="r" b="b"/>
            <a:pathLst>
              <a:path w="2032000" h="50800">
                <a:moveTo>
                  <a:pt x="0" y="0"/>
                </a:moveTo>
                <a:lnTo>
                  <a:pt x="2032000" y="0"/>
                </a:lnTo>
                <a:lnTo>
                  <a:pt x="2032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8" name="Text 5"/>
          <p:cNvSpPr/>
          <p:nvPr/>
        </p:nvSpPr>
        <p:spPr>
          <a:xfrm>
            <a:off x="508000" y="6184689"/>
            <a:ext cx="990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Sun'iy intellekt va zamonaviy texnologiyalar PowerPointda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PowerPoint Designer: AI Dizayn Yordamchisi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8000" y="1117457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508000" y="1371371"/>
            <a:ext cx="7493000" cy="6096000"/>
          </a:xfrm>
          <a:custGeom>
            <a:avLst/>
            <a:gdLst/>
            <a:ahLst/>
            <a:cxnLst/>
            <a:rect l="l" t="t" r="r" b="b"/>
            <a:pathLst>
              <a:path w="7493000" h="6096000">
                <a:moveTo>
                  <a:pt x="203180" y="0"/>
                </a:moveTo>
                <a:lnTo>
                  <a:pt x="7289820" y="0"/>
                </a:lnTo>
                <a:cubicBezTo>
                  <a:pt x="7402033" y="0"/>
                  <a:pt x="7493000" y="90967"/>
                  <a:pt x="7493000" y="203180"/>
                </a:cubicBezTo>
                <a:lnTo>
                  <a:pt x="7493000" y="5892820"/>
                </a:lnTo>
                <a:cubicBezTo>
                  <a:pt x="7493000" y="6005033"/>
                  <a:pt x="7402033" y="6096000"/>
                  <a:pt x="7289820" y="6096000"/>
                </a:cubicBezTo>
                <a:lnTo>
                  <a:pt x="203180" y="6096000"/>
                </a:lnTo>
                <a:cubicBezTo>
                  <a:pt x="90967" y="6096000"/>
                  <a:pt x="0" y="6005033"/>
                  <a:pt x="0" y="5892820"/>
                </a:cubicBezTo>
                <a:lnTo>
                  <a:pt x="0" y="203180"/>
                </a:lnTo>
                <a:cubicBezTo>
                  <a:pt x="0" y="91042"/>
                  <a:pt x="91042" y="0"/>
                  <a:pt x="20318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765175" y="1638052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261938" y="0"/>
                </a:moveTo>
                <a:cubicBezTo>
                  <a:pt x="261938" y="-13171"/>
                  <a:pt x="251296" y="-23812"/>
                  <a:pt x="238125" y="-23812"/>
                </a:cubicBezTo>
                <a:cubicBezTo>
                  <a:pt x="224954" y="-23812"/>
                  <a:pt x="214313" y="-13171"/>
                  <a:pt x="214313" y="0"/>
                </a:cubicBezTo>
                <a:lnTo>
                  <a:pt x="214313" y="47625"/>
                </a:lnTo>
                <a:lnTo>
                  <a:pt x="142875" y="47625"/>
                </a:lnTo>
                <a:cubicBezTo>
                  <a:pt x="103436" y="47625"/>
                  <a:pt x="71438" y="79623"/>
                  <a:pt x="71438" y="119063"/>
                </a:cubicBezTo>
                <a:lnTo>
                  <a:pt x="71438" y="285750"/>
                </a:lnTo>
                <a:cubicBezTo>
                  <a:pt x="71438" y="325189"/>
                  <a:pt x="103436" y="357188"/>
                  <a:pt x="142875" y="357188"/>
                </a:cubicBezTo>
                <a:lnTo>
                  <a:pt x="333375" y="357188"/>
                </a:lnTo>
                <a:cubicBezTo>
                  <a:pt x="372814" y="357188"/>
                  <a:pt x="404813" y="325189"/>
                  <a:pt x="404813" y="285750"/>
                </a:cubicBezTo>
                <a:lnTo>
                  <a:pt x="404813" y="119063"/>
                </a:lnTo>
                <a:cubicBezTo>
                  <a:pt x="404813" y="79623"/>
                  <a:pt x="372814" y="47625"/>
                  <a:pt x="333375" y="47625"/>
                </a:cubicBezTo>
                <a:lnTo>
                  <a:pt x="261938" y="47625"/>
                </a:lnTo>
                <a:lnTo>
                  <a:pt x="261938" y="0"/>
                </a:lnTo>
                <a:close/>
                <a:moveTo>
                  <a:pt x="119063" y="273844"/>
                </a:moveTo>
                <a:cubicBezTo>
                  <a:pt x="119063" y="263947"/>
                  <a:pt x="127025" y="255984"/>
                  <a:pt x="136922" y="255984"/>
                </a:cubicBezTo>
                <a:lnTo>
                  <a:pt x="160734" y="255984"/>
                </a:lnTo>
                <a:cubicBezTo>
                  <a:pt x="170631" y="255984"/>
                  <a:pt x="178594" y="263947"/>
                  <a:pt x="178594" y="273844"/>
                </a:cubicBezTo>
                <a:cubicBezTo>
                  <a:pt x="178594" y="283741"/>
                  <a:pt x="170631" y="291703"/>
                  <a:pt x="160734" y="291703"/>
                </a:cubicBezTo>
                <a:lnTo>
                  <a:pt x="136922" y="291703"/>
                </a:lnTo>
                <a:cubicBezTo>
                  <a:pt x="127025" y="291703"/>
                  <a:pt x="119063" y="283741"/>
                  <a:pt x="119063" y="273844"/>
                </a:cubicBezTo>
                <a:close/>
                <a:moveTo>
                  <a:pt x="208359" y="273844"/>
                </a:moveTo>
                <a:cubicBezTo>
                  <a:pt x="208359" y="263947"/>
                  <a:pt x="216322" y="255984"/>
                  <a:pt x="226219" y="255984"/>
                </a:cubicBezTo>
                <a:lnTo>
                  <a:pt x="250031" y="255984"/>
                </a:lnTo>
                <a:cubicBezTo>
                  <a:pt x="259928" y="255984"/>
                  <a:pt x="267891" y="263947"/>
                  <a:pt x="267891" y="273844"/>
                </a:cubicBezTo>
                <a:cubicBezTo>
                  <a:pt x="267891" y="283741"/>
                  <a:pt x="259928" y="291703"/>
                  <a:pt x="250031" y="291703"/>
                </a:cubicBezTo>
                <a:lnTo>
                  <a:pt x="226219" y="291703"/>
                </a:lnTo>
                <a:cubicBezTo>
                  <a:pt x="216322" y="291703"/>
                  <a:pt x="208359" y="283741"/>
                  <a:pt x="208359" y="273844"/>
                </a:cubicBezTo>
                <a:close/>
                <a:moveTo>
                  <a:pt x="297656" y="273844"/>
                </a:moveTo>
                <a:cubicBezTo>
                  <a:pt x="297656" y="263947"/>
                  <a:pt x="305619" y="255984"/>
                  <a:pt x="315516" y="255984"/>
                </a:cubicBezTo>
                <a:lnTo>
                  <a:pt x="339328" y="255984"/>
                </a:lnTo>
                <a:cubicBezTo>
                  <a:pt x="349225" y="255984"/>
                  <a:pt x="357188" y="263947"/>
                  <a:pt x="357188" y="273844"/>
                </a:cubicBezTo>
                <a:cubicBezTo>
                  <a:pt x="357188" y="283741"/>
                  <a:pt x="349225" y="291703"/>
                  <a:pt x="339328" y="291703"/>
                </a:cubicBezTo>
                <a:lnTo>
                  <a:pt x="315516" y="291703"/>
                </a:lnTo>
                <a:cubicBezTo>
                  <a:pt x="305619" y="291703"/>
                  <a:pt x="297656" y="283741"/>
                  <a:pt x="297656" y="273844"/>
                </a:cubicBezTo>
                <a:close/>
                <a:moveTo>
                  <a:pt x="166688" y="130969"/>
                </a:moveTo>
                <a:cubicBezTo>
                  <a:pt x="186401" y="130969"/>
                  <a:pt x="202406" y="146974"/>
                  <a:pt x="202406" y="166688"/>
                </a:cubicBezTo>
                <a:cubicBezTo>
                  <a:pt x="202406" y="186401"/>
                  <a:pt x="186401" y="202406"/>
                  <a:pt x="166688" y="202406"/>
                </a:cubicBezTo>
                <a:cubicBezTo>
                  <a:pt x="146974" y="202406"/>
                  <a:pt x="130969" y="186401"/>
                  <a:pt x="130969" y="166688"/>
                </a:cubicBezTo>
                <a:cubicBezTo>
                  <a:pt x="130969" y="146974"/>
                  <a:pt x="146974" y="130969"/>
                  <a:pt x="166688" y="130969"/>
                </a:cubicBezTo>
                <a:close/>
                <a:moveTo>
                  <a:pt x="273844" y="166688"/>
                </a:moveTo>
                <a:cubicBezTo>
                  <a:pt x="273844" y="146974"/>
                  <a:pt x="289849" y="130969"/>
                  <a:pt x="309563" y="130969"/>
                </a:cubicBezTo>
                <a:cubicBezTo>
                  <a:pt x="329276" y="130969"/>
                  <a:pt x="345281" y="146974"/>
                  <a:pt x="345281" y="166688"/>
                </a:cubicBezTo>
                <a:cubicBezTo>
                  <a:pt x="345281" y="186401"/>
                  <a:pt x="329276" y="202406"/>
                  <a:pt x="309563" y="202406"/>
                </a:cubicBezTo>
                <a:cubicBezTo>
                  <a:pt x="289849" y="202406"/>
                  <a:pt x="273844" y="186401"/>
                  <a:pt x="273844" y="166688"/>
                </a:cubicBezTo>
                <a:close/>
                <a:moveTo>
                  <a:pt x="47625" y="166688"/>
                </a:moveTo>
                <a:cubicBezTo>
                  <a:pt x="47625" y="153516"/>
                  <a:pt x="36984" y="142875"/>
                  <a:pt x="23812" y="142875"/>
                </a:cubicBezTo>
                <a:cubicBezTo>
                  <a:pt x="10641" y="142875"/>
                  <a:pt x="0" y="153516"/>
                  <a:pt x="0" y="166688"/>
                </a:cubicBezTo>
                <a:lnTo>
                  <a:pt x="0" y="238125"/>
                </a:lnTo>
                <a:cubicBezTo>
                  <a:pt x="0" y="251296"/>
                  <a:pt x="10641" y="261938"/>
                  <a:pt x="23812" y="261938"/>
                </a:cubicBezTo>
                <a:cubicBezTo>
                  <a:pt x="36984" y="261938"/>
                  <a:pt x="47625" y="251296"/>
                  <a:pt x="47625" y="238125"/>
                </a:cubicBezTo>
                <a:lnTo>
                  <a:pt x="47625" y="166688"/>
                </a:lnTo>
                <a:close/>
                <a:moveTo>
                  <a:pt x="452438" y="142875"/>
                </a:moveTo>
                <a:cubicBezTo>
                  <a:pt x="439266" y="142875"/>
                  <a:pt x="428625" y="153516"/>
                  <a:pt x="428625" y="166688"/>
                </a:cubicBezTo>
                <a:lnTo>
                  <a:pt x="428625" y="238125"/>
                </a:lnTo>
                <a:cubicBezTo>
                  <a:pt x="428625" y="251296"/>
                  <a:pt x="439266" y="261938"/>
                  <a:pt x="452438" y="261938"/>
                </a:cubicBezTo>
                <a:cubicBezTo>
                  <a:pt x="465609" y="261938"/>
                  <a:pt x="476250" y="251296"/>
                  <a:pt x="476250" y="238125"/>
                </a:cubicBezTo>
                <a:lnTo>
                  <a:pt x="476250" y="166688"/>
                </a:lnTo>
                <a:cubicBezTo>
                  <a:pt x="476250" y="153516"/>
                  <a:pt x="465609" y="142875"/>
                  <a:pt x="452438" y="142875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1390615" y="1625371"/>
            <a:ext cx="2667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Asosida Ishlaydi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234921"/>
            <a:ext cx="70866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PowerPoint Designer - AI asosidagi funksiya bo'lib,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avtomatik ravishda dizayn maketlari va vizual yaxshilanishlarni taklif qiladi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 Kontent (matn, rasmlar yoki diagrammalar) qo'shilganda, u ushbu elementlarni tahlil qiladi va turli dizayn g'oyalarini taklif qiladi.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87190" y="3758481"/>
            <a:ext cx="6959390" cy="914400"/>
          </a:xfrm>
          <a:custGeom>
            <a:avLst/>
            <a:gdLst/>
            <a:ahLst/>
            <a:cxnLst/>
            <a:rect l="l" t="t" r="r" b="b"/>
            <a:pathLst>
              <a:path w="6959390" h="914400">
                <a:moveTo>
                  <a:pt x="50380" y="0"/>
                </a:moveTo>
                <a:lnTo>
                  <a:pt x="6857791" y="0"/>
                </a:lnTo>
                <a:cubicBezTo>
                  <a:pt x="6913903" y="0"/>
                  <a:pt x="6959390" y="45487"/>
                  <a:pt x="6959390" y="101599"/>
                </a:cubicBezTo>
                <a:lnTo>
                  <a:pt x="6959390" y="812801"/>
                </a:lnTo>
                <a:cubicBezTo>
                  <a:pt x="6959390" y="868913"/>
                  <a:pt x="6913903" y="914400"/>
                  <a:pt x="6857791" y="914400"/>
                </a:cubicBezTo>
                <a:lnTo>
                  <a:pt x="50380" y="914400"/>
                </a:lnTo>
                <a:cubicBezTo>
                  <a:pt x="22556" y="914400"/>
                  <a:pt x="0" y="891844"/>
                  <a:pt x="0" y="864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9" name="Shape 7"/>
          <p:cNvSpPr/>
          <p:nvPr/>
        </p:nvSpPr>
        <p:spPr>
          <a:xfrm>
            <a:off x="787190" y="3758481"/>
            <a:ext cx="50380" cy="914400"/>
          </a:xfrm>
          <a:custGeom>
            <a:avLst/>
            <a:gdLst/>
            <a:ahLst/>
            <a:cxnLst/>
            <a:rect l="l" t="t" r="r" b="b"/>
            <a:pathLst>
              <a:path w="50380" h="914400">
                <a:moveTo>
                  <a:pt x="50380" y="0"/>
                </a:moveTo>
                <a:lnTo>
                  <a:pt x="50380" y="0"/>
                </a:lnTo>
                <a:lnTo>
                  <a:pt x="50380" y="914400"/>
                </a:lnTo>
                <a:lnTo>
                  <a:pt x="50380" y="914400"/>
                </a:lnTo>
                <a:cubicBezTo>
                  <a:pt x="22556" y="914400"/>
                  <a:pt x="0" y="891844"/>
                  <a:pt x="0" y="864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0" name="Shape 8"/>
          <p:cNvSpPr/>
          <p:nvPr/>
        </p:nvSpPr>
        <p:spPr>
          <a:xfrm>
            <a:off x="1002845" y="396157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34461" y="-3929"/>
                </a:moveTo>
                <a:cubicBezTo>
                  <a:pt x="139184" y="-516"/>
                  <a:pt x="140930" y="5675"/>
                  <a:pt x="138787" y="11073"/>
                </a:cubicBezTo>
                <a:lnTo>
                  <a:pt x="107672" y="88900"/>
                </a:lnTo>
                <a:lnTo>
                  <a:pt x="165100" y="88900"/>
                </a:lnTo>
                <a:cubicBezTo>
                  <a:pt x="170458" y="88900"/>
                  <a:pt x="175220" y="92234"/>
                  <a:pt x="177046" y="97274"/>
                </a:cubicBezTo>
                <a:cubicBezTo>
                  <a:pt x="178872" y="102314"/>
                  <a:pt x="177324" y="107950"/>
                  <a:pt x="173236" y="111363"/>
                </a:cubicBezTo>
                <a:lnTo>
                  <a:pt x="58936" y="206613"/>
                </a:lnTo>
                <a:cubicBezTo>
                  <a:pt x="54451" y="210344"/>
                  <a:pt x="48062" y="210542"/>
                  <a:pt x="43339" y="207129"/>
                </a:cubicBezTo>
                <a:cubicBezTo>
                  <a:pt x="38616" y="203716"/>
                  <a:pt x="36870" y="197525"/>
                  <a:pt x="39013" y="192127"/>
                </a:cubicBezTo>
                <a:lnTo>
                  <a:pt x="70128" y="114300"/>
                </a:lnTo>
                <a:lnTo>
                  <a:pt x="12700" y="114300"/>
                </a:lnTo>
                <a:cubicBezTo>
                  <a:pt x="7342" y="114300"/>
                  <a:pt x="2580" y="110966"/>
                  <a:pt x="754" y="105926"/>
                </a:cubicBezTo>
                <a:cubicBezTo>
                  <a:pt x="-1072" y="100886"/>
                  <a:pt x="476" y="95250"/>
                  <a:pt x="4564" y="91837"/>
                </a:cubicBezTo>
                <a:lnTo>
                  <a:pt x="118864" y="-3413"/>
                </a:lnTo>
                <a:cubicBezTo>
                  <a:pt x="123349" y="-7144"/>
                  <a:pt x="129738" y="-7342"/>
                  <a:pt x="134461" y="-3929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1320293" y="3910850"/>
            <a:ext cx="247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Dizayn Takliflari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4745" y="4266307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Kontent qo'shilishi bilan darhol professional maketlar taklif qiladi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7190" y="4825039"/>
            <a:ext cx="6959390" cy="914400"/>
          </a:xfrm>
          <a:custGeom>
            <a:avLst/>
            <a:gdLst/>
            <a:ahLst/>
            <a:cxnLst/>
            <a:rect l="l" t="t" r="r" b="b"/>
            <a:pathLst>
              <a:path w="6959390" h="914400">
                <a:moveTo>
                  <a:pt x="50380" y="0"/>
                </a:moveTo>
                <a:lnTo>
                  <a:pt x="6857791" y="0"/>
                </a:lnTo>
                <a:cubicBezTo>
                  <a:pt x="6913903" y="0"/>
                  <a:pt x="6959390" y="45487"/>
                  <a:pt x="6959390" y="101599"/>
                </a:cubicBezTo>
                <a:lnTo>
                  <a:pt x="6959390" y="812801"/>
                </a:lnTo>
                <a:cubicBezTo>
                  <a:pt x="6959390" y="868913"/>
                  <a:pt x="6913903" y="914400"/>
                  <a:pt x="6857791" y="914400"/>
                </a:cubicBezTo>
                <a:lnTo>
                  <a:pt x="50380" y="914400"/>
                </a:lnTo>
                <a:cubicBezTo>
                  <a:pt x="22556" y="914400"/>
                  <a:pt x="0" y="891844"/>
                  <a:pt x="0" y="864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14" name="Shape 12"/>
          <p:cNvSpPr/>
          <p:nvPr/>
        </p:nvSpPr>
        <p:spPr>
          <a:xfrm>
            <a:off x="787190" y="4825039"/>
            <a:ext cx="50380" cy="914400"/>
          </a:xfrm>
          <a:custGeom>
            <a:avLst/>
            <a:gdLst/>
            <a:ahLst/>
            <a:cxnLst/>
            <a:rect l="l" t="t" r="r" b="b"/>
            <a:pathLst>
              <a:path w="50380" h="914400">
                <a:moveTo>
                  <a:pt x="50380" y="0"/>
                </a:moveTo>
                <a:lnTo>
                  <a:pt x="50380" y="0"/>
                </a:lnTo>
                <a:lnTo>
                  <a:pt x="50380" y="914400"/>
                </a:lnTo>
                <a:lnTo>
                  <a:pt x="50380" y="914400"/>
                </a:lnTo>
                <a:cubicBezTo>
                  <a:pt x="22556" y="914400"/>
                  <a:pt x="0" y="891844"/>
                  <a:pt x="0" y="864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990145" y="5028133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03200" y="101600"/>
                </a:moveTo>
                <a:cubicBezTo>
                  <a:pt x="203200" y="101957"/>
                  <a:pt x="203200" y="102314"/>
                  <a:pt x="203200" y="102672"/>
                </a:cubicBezTo>
                <a:cubicBezTo>
                  <a:pt x="203041" y="117157"/>
                  <a:pt x="189865" y="127000"/>
                  <a:pt x="175379" y="127000"/>
                </a:cubicBezTo>
                <a:lnTo>
                  <a:pt x="136525" y="127000"/>
                </a:lnTo>
                <a:cubicBezTo>
                  <a:pt x="126008" y="127000"/>
                  <a:pt x="117475" y="135533"/>
                  <a:pt x="117475" y="146050"/>
                </a:cubicBezTo>
                <a:cubicBezTo>
                  <a:pt x="117475" y="147399"/>
                  <a:pt x="117634" y="148709"/>
                  <a:pt x="117872" y="149979"/>
                </a:cubicBezTo>
                <a:cubicBezTo>
                  <a:pt x="118705" y="154027"/>
                  <a:pt x="120452" y="157917"/>
                  <a:pt x="122158" y="161846"/>
                </a:cubicBezTo>
                <a:cubicBezTo>
                  <a:pt x="124579" y="167323"/>
                  <a:pt x="126960" y="172760"/>
                  <a:pt x="126960" y="178514"/>
                </a:cubicBezTo>
                <a:cubicBezTo>
                  <a:pt x="126960" y="191135"/>
                  <a:pt x="118388" y="202605"/>
                  <a:pt x="105767" y="203121"/>
                </a:cubicBezTo>
                <a:cubicBezTo>
                  <a:pt x="104378" y="203160"/>
                  <a:pt x="102989" y="203200"/>
                  <a:pt x="101560" y="203200"/>
                </a:cubicBezTo>
                <a:cubicBezTo>
                  <a:pt x="45442" y="203200"/>
                  <a:pt x="-40" y="157718"/>
                  <a:pt x="-40" y="101600"/>
                </a:cubicBezTo>
                <a:cubicBezTo>
                  <a:pt x="-40" y="45482"/>
                  <a:pt x="45482" y="0"/>
                  <a:pt x="101600" y="0"/>
                </a:cubicBezTo>
                <a:cubicBezTo>
                  <a:pt x="157718" y="0"/>
                  <a:pt x="203200" y="45482"/>
                  <a:pt x="203200" y="101600"/>
                </a:cubicBezTo>
                <a:close/>
                <a:moveTo>
                  <a:pt x="50800" y="114300"/>
                </a:moveTo>
                <a:cubicBezTo>
                  <a:pt x="50800" y="107291"/>
                  <a:pt x="45109" y="101600"/>
                  <a:pt x="38100" y="101600"/>
                </a:cubicBezTo>
                <a:cubicBezTo>
                  <a:pt x="31091" y="101600"/>
                  <a:pt x="25400" y="107291"/>
                  <a:pt x="25400" y="114300"/>
                </a:cubicBezTo>
                <a:cubicBezTo>
                  <a:pt x="25400" y="121309"/>
                  <a:pt x="31091" y="127000"/>
                  <a:pt x="38100" y="127000"/>
                </a:cubicBezTo>
                <a:cubicBezTo>
                  <a:pt x="45109" y="127000"/>
                  <a:pt x="50800" y="121309"/>
                  <a:pt x="50800" y="114300"/>
                </a:cubicBezTo>
                <a:close/>
                <a:moveTo>
                  <a:pt x="50800" y="76200"/>
                </a:moveTo>
                <a:cubicBezTo>
                  <a:pt x="57809" y="76200"/>
                  <a:pt x="63500" y="70509"/>
                  <a:pt x="63500" y="63500"/>
                </a:cubicBezTo>
                <a:cubicBezTo>
                  <a:pt x="63500" y="56491"/>
                  <a:pt x="57809" y="50800"/>
                  <a:pt x="50800" y="50800"/>
                </a:cubicBezTo>
                <a:cubicBezTo>
                  <a:pt x="43791" y="50800"/>
                  <a:pt x="38100" y="56491"/>
                  <a:pt x="38100" y="63500"/>
                </a:cubicBezTo>
                <a:cubicBezTo>
                  <a:pt x="38100" y="70509"/>
                  <a:pt x="43791" y="76200"/>
                  <a:pt x="50800" y="76200"/>
                </a:cubicBezTo>
                <a:close/>
                <a:moveTo>
                  <a:pt x="114300" y="38100"/>
                </a:moveTo>
                <a:cubicBezTo>
                  <a:pt x="114300" y="31091"/>
                  <a:pt x="108609" y="25400"/>
                  <a:pt x="101600" y="25400"/>
                </a:cubicBezTo>
                <a:cubicBezTo>
                  <a:pt x="94591" y="25400"/>
                  <a:pt x="88900" y="31091"/>
                  <a:pt x="88900" y="38100"/>
                </a:cubicBezTo>
                <a:cubicBezTo>
                  <a:pt x="88900" y="45109"/>
                  <a:pt x="94591" y="50800"/>
                  <a:pt x="101600" y="50800"/>
                </a:cubicBezTo>
                <a:cubicBezTo>
                  <a:pt x="108609" y="50800"/>
                  <a:pt x="114300" y="45109"/>
                  <a:pt x="114300" y="38100"/>
                </a:cubicBezTo>
                <a:close/>
                <a:moveTo>
                  <a:pt x="152400" y="76200"/>
                </a:moveTo>
                <a:cubicBezTo>
                  <a:pt x="159409" y="76200"/>
                  <a:pt x="165100" y="70509"/>
                  <a:pt x="165100" y="63500"/>
                </a:cubicBezTo>
                <a:cubicBezTo>
                  <a:pt x="165100" y="56491"/>
                  <a:pt x="159409" y="50800"/>
                  <a:pt x="152400" y="50800"/>
                </a:cubicBezTo>
                <a:cubicBezTo>
                  <a:pt x="145391" y="50800"/>
                  <a:pt x="139700" y="56491"/>
                  <a:pt x="139700" y="63500"/>
                </a:cubicBezTo>
                <a:cubicBezTo>
                  <a:pt x="139700" y="70509"/>
                  <a:pt x="145391" y="76200"/>
                  <a:pt x="152400" y="7620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1320293" y="4977402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Kontentga Moslashtirilgan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4745" y="5332865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Rasmlar, diagrammalar, matn va ikonalar uchun maxsus maketlar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87190" y="5891591"/>
            <a:ext cx="6959390" cy="914400"/>
          </a:xfrm>
          <a:custGeom>
            <a:avLst/>
            <a:gdLst/>
            <a:ahLst/>
            <a:cxnLst/>
            <a:rect l="l" t="t" r="r" b="b"/>
            <a:pathLst>
              <a:path w="6959390" h="914400">
                <a:moveTo>
                  <a:pt x="50380" y="0"/>
                </a:moveTo>
                <a:lnTo>
                  <a:pt x="6857791" y="0"/>
                </a:lnTo>
                <a:cubicBezTo>
                  <a:pt x="6913903" y="0"/>
                  <a:pt x="6959390" y="45487"/>
                  <a:pt x="6959390" y="101599"/>
                </a:cubicBezTo>
                <a:lnTo>
                  <a:pt x="6959390" y="812801"/>
                </a:lnTo>
                <a:cubicBezTo>
                  <a:pt x="6959390" y="868913"/>
                  <a:pt x="6913903" y="914400"/>
                  <a:pt x="6857791" y="914400"/>
                </a:cubicBezTo>
                <a:lnTo>
                  <a:pt x="50380" y="914400"/>
                </a:lnTo>
                <a:cubicBezTo>
                  <a:pt x="22556" y="914400"/>
                  <a:pt x="0" y="891844"/>
                  <a:pt x="0" y="864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19" name="Shape 17"/>
          <p:cNvSpPr/>
          <p:nvPr/>
        </p:nvSpPr>
        <p:spPr>
          <a:xfrm>
            <a:off x="787190" y="5891591"/>
            <a:ext cx="50380" cy="914400"/>
          </a:xfrm>
          <a:custGeom>
            <a:avLst/>
            <a:gdLst/>
            <a:ahLst/>
            <a:cxnLst/>
            <a:rect l="l" t="t" r="r" b="b"/>
            <a:pathLst>
              <a:path w="50380" h="914400">
                <a:moveTo>
                  <a:pt x="50380" y="0"/>
                </a:moveTo>
                <a:lnTo>
                  <a:pt x="50380" y="0"/>
                </a:lnTo>
                <a:lnTo>
                  <a:pt x="50380" y="914400"/>
                </a:lnTo>
                <a:lnTo>
                  <a:pt x="50380" y="914400"/>
                </a:lnTo>
                <a:cubicBezTo>
                  <a:pt x="22556" y="914400"/>
                  <a:pt x="0" y="891844"/>
                  <a:pt x="0" y="864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0" name="Shape 18"/>
          <p:cNvSpPr/>
          <p:nvPr/>
        </p:nvSpPr>
        <p:spPr>
          <a:xfrm>
            <a:off x="990145" y="609468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57675" y="0"/>
                  <a:pt x="203200" y="45525"/>
                  <a:pt x="203200" y="101600"/>
                </a:cubicBezTo>
                <a:cubicBezTo>
                  <a:pt x="203200" y="157675"/>
                  <a:pt x="157675" y="203200"/>
                  <a:pt x="101600" y="203200"/>
                </a:cubicBezTo>
                <a:cubicBezTo>
                  <a:pt x="45525" y="203200"/>
                  <a:pt x="0" y="157675"/>
                  <a:pt x="0" y="101600"/>
                </a:cubicBezTo>
                <a:cubicBezTo>
                  <a:pt x="0" y="45525"/>
                  <a:pt x="45525" y="0"/>
                  <a:pt x="101600" y="0"/>
                </a:cubicBezTo>
                <a:close/>
                <a:moveTo>
                  <a:pt x="92075" y="47625"/>
                </a:moveTo>
                <a:lnTo>
                  <a:pt x="92075" y="101600"/>
                </a:lnTo>
                <a:cubicBezTo>
                  <a:pt x="92075" y="104775"/>
                  <a:pt x="93663" y="107752"/>
                  <a:pt x="96322" y="109538"/>
                </a:cubicBezTo>
                <a:lnTo>
                  <a:pt x="134422" y="134938"/>
                </a:lnTo>
                <a:cubicBezTo>
                  <a:pt x="138787" y="137874"/>
                  <a:pt x="144701" y="136684"/>
                  <a:pt x="147638" y="132278"/>
                </a:cubicBezTo>
                <a:cubicBezTo>
                  <a:pt x="150574" y="127873"/>
                  <a:pt x="149384" y="121999"/>
                  <a:pt x="144978" y="119063"/>
                </a:cubicBezTo>
                <a:lnTo>
                  <a:pt x="111125" y="96520"/>
                </a:lnTo>
                <a:lnTo>
                  <a:pt x="111125" y="47625"/>
                </a:lnTo>
                <a:cubicBezTo>
                  <a:pt x="111125" y="42347"/>
                  <a:pt x="106878" y="38100"/>
                  <a:pt x="101600" y="38100"/>
                </a:cubicBezTo>
                <a:cubicBezTo>
                  <a:pt x="96322" y="38100"/>
                  <a:pt x="92075" y="42347"/>
                  <a:pt x="92075" y="47625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1" name="Text 19"/>
          <p:cNvSpPr/>
          <p:nvPr/>
        </p:nvSpPr>
        <p:spPr>
          <a:xfrm>
            <a:off x="1320293" y="6043960"/>
            <a:ext cx="1155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Vaqt Tejash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4745" y="6399417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Dizayn bilimi talab qilmaydi, avtomatik professional natija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55001" y="1371371"/>
            <a:ext cx="7493000" cy="6096000"/>
          </a:xfrm>
          <a:custGeom>
            <a:avLst/>
            <a:gdLst/>
            <a:ahLst/>
            <a:cxnLst/>
            <a:rect l="l" t="t" r="r" b="b"/>
            <a:pathLst>
              <a:path w="7493000" h="6096000">
                <a:moveTo>
                  <a:pt x="203180" y="0"/>
                </a:moveTo>
                <a:lnTo>
                  <a:pt x="7289820" y="0"/>
                </a:lnTo>
                <a:cubicBezTo>
                  <a:pt x="7402033" y="0"/>
                  <a:pt x="7493000" y="90967"/>
                  <a:pt x="7493000" y="203180"/>
                </a:cubicBezTo>
                <a:lnTo>
                  <a:pt x="7493000" y="5892820"/>
                </a:lnTo>
                <a:cubicBezTo>
                  <a:pt x="7493000" y="6005033"/>
                  <a:pt x="7402033" y="6096000"/>
                  <a:pt x="7289820" y="6096000"/>
                </a:cubicBezTo>
                <a:lnTo>
                  <a:pt x="203180" y="6096000"/>
                </a:lnTo>
                <a:cubicBezTo>
                  <a:pt x="90967" y="6096000"/>
                  <a:pt x="0" y="6005033"/>
                  <a:pt x="0" y="5892820"/>
                </a:cubicBezTo>
                <a:lnTo>
                  <a:pt x="0" y="203180"/>
                </a:lnTo>
                <a:cubicBezTo>
                  <a:pt x="0" y="91042"/>
                  <a:pt x="91042" y="0"/>
                  <a:pt x="20318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24" name="Shape 22"/>
          <p:cNvSpPr/>
          <p:nvPr/>
        </p:nvSpPr>
        <p:spPr>
          <a:xfrm>
            <a:off x="8512176" y="1638052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09488" y="156642"/>
                </a:moveTo>
                <a:cubicBezTo>
                  <a:pt x="318567" y="154186"/>
                  <a:pt x="328092" y="158502"/>
                  <a:pt x="332184" y="166911"/>
                </a:cubicBezTo>
                <a:lnTo>
                  <a:pt x="346025" y="194890"/>
                </a:lnTo>
                <a:cubicBezTo>
                  <a:pt x="353690" y="195932"/>
                  <a:pt x="361206" y="198016"/>
                  <a:pt x="368275" y="200918"/>
                </a:cubicBezTo>
                <a:lnTo>
                  <a:pt x="394320" y="183579"/>
                </a:lnTo>
                <a:cubicBezTo>
                  <a:pt x="402134" y="178371"/>
                  <a:pt x="412477" y="179412"/>
                  <a:pt x="419100" y="186035"/>
                </a:cubicBezTo>
                <a:lnTo>
                  <a:pt x="433388" y="200323"/>
                </a:lnTo>
                <a:cubicBezTo>
                  <a:pt x="440010" y="206946"/>
                  <a:pt x="441052" y="217363"/>
                  <a:pt x="435843" y="225103"/>
                </a:cubicBezTo>
                <a:lnTo>
                  <a:pt x="418505" y="251073"/>
                </a:lnTo>
                <a:cubicBezTo>
                  <a:pt x="419919" y="254571"/>
                  <a:pt x="421184" y="258217"/>
                  <a:pt x="422225" y="262012"/>
                </a:cubicBezTo>
                <a:cubicBezTo>
                  <a:pt x="423267" y="265807"/>
                  <a:pt x="423937" y="269528"/>
                  <a:pt x="424458" y="273323"/>
                </a:cubicBezTo>
                <a:lnTo>
                  <a:pt x="452512" y="287164"/>
                </a:lnTo>
                <a:cubicBezTo>
                  <a:pt x="460921" y="291331"/>
                  <a:pt x="465237" y="300856"/>
                  <a:pt x="462781" y="309860"/>
                </a:cubicBezTo>
                <a:lnTo>
                  <a:pt x="457572" y="329357"/>
                </a:lnTo>
                <a:cubicBezTo>
                  <a:pt x="455116" y="338361"/>
                  <a:pt x="446708" y="344463"/>
                  <a:pt x="437331" y="343867"/>
                </a:cubicBezTo>
                <a:lnTo>
                  <a:pt x="406078" y="341858"/>
                </a:lnTo>
                <a:cubicBezTo>
                  <a:pt x="401389" y="347886"/>
                  <a:pt x="395957" y="353467"/>
                  <a:pt x="389781" y="358229"/>
                </a:cubicBezTo>
                <a:lnTo>
                  <a:pt x="391790" y="389409"/>
                </a:lnTo>
                <a:cubicBezTo>
                  <a:pt x="392385" y="398785"/>
                  <a:pt x="386283" y="407268"/>
                  <a:pt x="377279" y="409649"/>
                </a:cubicBezTo>
                <a:lnTo>
                  <a:pt x="357783" y="414858"/>
                </a:lnTo>
                <a:cubicBezTo>
                  <a:pt x="348704" y="417314"/>
                  <a:pt x="339254" y="412998"/>
                  <a:pt x="335087" y="404589"/>
                </a:cubicBezTo>
                <a:lnTo>
                  <a:pt x="321246" y="376610"/>
                </a:lnTo>
                <a:cubicBezTo>
                  <a:pt x="313581" y="375568"/>
                  <a:pt x="306065" y="373484"/>
                  <a:pt x="298996" y="370582"/>
                </a:cubicBezTo>
                <a:lnTo>
                  <a:pt x="272951" y="387921"/>
                </a:lnTo>
                <a:cubicBezTo>
                  <a:pt x="265137" y="393129"/>
                  <a:pt x="254794" y="392088"/>
                  <a:pt x="248171" y="385465"/>
                </a:cubicBezTo>
                <a:lnTo>
                  <a:pt x="233883" y="371177"/>
                </a:lnTo>
                <a:cubicBezTo>
                  <a:pt x="227261" y="364554"/>
                  <a:pt x="226219" y="354211"/>
                  <a:pt x="231428" y="346397"/>
                </a:cubicBezTo>
                <a:lnTo>
                  <a:pt x="248766" y="320353"/>
                </a:lnTo>
                <a:cubicBezTo>
                  <a:pt x="247352" y="316855"/>
                  <a:pt x="246087" y="313209"/>
                  <a:pt x="245046" y="309414"/>
                </a:cubicBezTo>
                <a:cubicBezTo>
                  <a:pt x="244004" y="305619"/>
                  <a:pt x="243334" y="301823"/>
                  <a:pt x="242813" y="298103"/>
                </a:cubicBezTo>
                <a:lnTo>
                  <a:pt x="214759" y="284262"/>
                </a:lnTo>
                <a:cubicBezTo>
                  <a:pt x="206350" y="280095"/>
                  <a:pt x="202109" y="270570"/>
                  <a:pt x="204490" y="261565"/>
                </a:cubicBezTo>
                <a:lnTo>
                  <a:pt x="209699" y="242069"/>
                </a:lnTo>
                <a:cubicBezTo>
                  <a:pt x="212154" y="233065"/>
                  <a:pt x="220563" y="226963"/>
                  <a:pt x="229939" y="227558"/>
                </a:cubicBezTo>
                <a:lnTo>
                  <a:pt x="261119" y="229567"/>
                </a:lnTo>
                <a:cubicBezTo>
                  <a:pt x="265807" y="223540"/>
                  <a:pt x="271239" y="217959"/>
                  <a:pt x="277416" y="213196"/>
                </a:cubicBezTo>
                <a:lnTo>
                  <a:pt x="275406" y="182091"/>
                </a:lnTo>
                <a:cubicBezTo>
                  <a:pt x="274811" y="172715"/>
                  <a:pt x="280913" y="164232"/>
                  <a:pt x="289917" y="161851"/>
                </a:cubicBezTo>
                <a:lnTo>
                  <a:pt x="309414" y="156642"/>
                </a:lnTo>
                <a:close/>
                <a:moveTo>
                  <a:pt x="333673" y="253008"/>
                </a:moveTo>
                <a:cubicBezTo>
                  <a:pt x="315602" y="253028"/>
                  <a:pt x="300947" y="267716"/>
                  <a:pt x="300968" y="285787"/>
                </a:cubicBezTo>
                <a:cubicBezTo>
                  <a:pt x="300988" y="303858"/>
                  <a:pt x="315676" y="318513"/>
                  <a:pt x="333747" y="318492"/>
                </a:cubicBezTo>
                <a:cubicBezTo>
                  <a:pt x="351818" y="318472"/>
                  <a:pt x="366473" y="303784"/>
                  <a:pt x="366452" y="285713"/>
                </a:cubicBezTo>
                <a:cubicBezTo>
                  <a:pt x="366432" y="267642"/>
                  <a:pt x="351744" y="252987"/>
                  <a:pt x="333673" y="253008"/>
                </a:cubicBezTo>
                <a:close/>
                <a:moveTo>
                  <a:pt x="167357" y="-33858"/>
                </a:moveTo>
                <a:lnTo>
                  <a:pt x="186854" y="-28649"/>
                </a:lnTo>
                <a:cubicBezTo>
                  <a:pt x="195858" y="-26194"/>
                  <a:pt x="201960" y="-17711"/>
                  <a:pt x="201364" y="-8409"/>
                </a:cubicBezTo>
                <a:lnTo>
                  <a:pt x="199355" y="22696"/>
                </a:lnTo>
                <a:cubicBezTo>
                  <a:pt x="205532" y="27459"/>
                  <a:pt x="210964" y="32965"/>
                  <a:pt x="215652" y="39067"/>
                </a:cubicBezTo>
                <a:lnTo>
                  <a:pt x="246906" y="37058"/>
                </a:lnTo>
                <a:cubicBezTo>
                  <a:pt x="256208" y="36463"/>
                  <a:pt x="264691" y="42565"/>
                  <a:pt x="267146" y="51569"/>
                </a:cubicBezTo>
                <a:lnTo>
                  <a:pt x="272355" y="71065"/>
                </a:lnTo>
                <a:cubicBezTo>
                  <a:pt x="274737" y="80070"/>
                  <a:pt x="270495" y="89595"/>
                  <a:pt x="262086" y="93762"/>
                </a:cubicBezTo>
                <a:lnTo>
                  <a:pt x="234032" y="107603"/>
                </a:lnTo>
                <a:cubicBezTo>
                  <a:pt x="233511" y="111398"/>
                  <a:pt x="232767" y="115193"/>
                  <a:pt x="231800" y="118914"/>
                </a:cubicBezTo>
                <a:cubicBezTo>
                  <a:pt x="230832" y="122634"/>
                  <a:pt x="229493" y="126355"/>
                  <a:pt x="228079" y="129853"/>
                </a:cubicBezTo>
                <a:lnTo>
                  <a:pt x="245418" y="155897"/>
                </a:lnTo>
                <a:cubicBezTo>
                  <a:pt x="250627" y="163711"/>
                  <a:pt x="249585" y="174054"/>
                  <a:pt x="242962" y="180677"/>
                </a:cubicBezTo>
                <a:lnTo>
                  <a:pt x="228674" y="194965"/>
                </a:lnTo>
                <a:cubicBezTo>
                  <a:pt x="222052" y="201588"/>
                  <a:pt x="211708" y="202629"/>
                  <a:pt x="203895" y="197421"/>
                </a:cubicBezTo>
                <a:lnTo>
                  <a:pt x="177850" y="180082"/>
                </a:lnTo>
                <a:cubicBezTo>
                  <a:pt x="170780" y="182984"/>
                  <a:pt x="163264" y="185068"/>
                  <a:pt x="155600" y="186110"/>
                </a:cubicBezTo>
                <a:lnTo>
                  <a:pt x="141759" y="214089"/>
                </a:lnTo>
                <a:cubicBezTo>
                  <a:pt x="137592" y="222498"/>
                  <a:pt x="128067" y="226740"/>
                  <a:pt x="119063" y="224358"/>
                </a:cubicBezTo>
                <a:lnTo>
                  <a:pt x="99566" y="219149"/>
                </a:lnTo>
                <a:cubicBezTo>
                  <a:pt x="90488" y="216694"/>
                  <a:pt x="84460" y="208211"/>
                  <a:pt x="85055" y="198909"/>
                </a:cubicBezTo>
                <a:lnTo>
                  <a:pt x="87064" y="167729"/>
                </a:lnTo>
                <a:cubicBezTo>
                  <a:pt x="80888" y="162967"/>
                  <a:pt x="75456" y="157460"/>
                  <a:pt x="70768" y="151358"/>
                </a:cubicBezTo>
                <a:lnTo>
                  <a:pt x="39514" y="153367"/>
                </a:lnTo>
                <a:cubicBezTo>
                  <a:pt x="30212" y="153963"/>
                  <a:pt x="21729" y="147861"/>
                  <a:pt x="19273" y="138857"/>
                </a:cubicBezTo>
                <a:lnTo>
                  <a:pt x="14064" y="119360"/>
                </a:lnTo>
                <a:cubicBezTo>
                  <a:pt x="11683" y="110356"/>
                  <a:pt x="15925" y="100831"/>
                  <a:pt x="24333" y="96664"/>
                </a:cubicBezTo>
                <a:lnTo>
                  <a:pt x="52388" y="82823"/>
                </a:lnTo>
                <a:cubicBezTo>
                  <a:pt x="52908" y="79028"/>
                  <a:pt x="53653" y="75307"/>
                  <a:pt x="54620" y="71512"/>
                </a:cubicBezTo>
                <a:cubicBezTo>
                  <a:pt x="55662" y="67717"/>
                  <a:pt x="56852" y="64071"/>
                  <a:pt x="58341" y="60573"/>
                </a:cubicBezTo>
                <a:lnTo>
                  <a:pt x="41002" y="34603"/>
                </a:lnTo>
                <a:cubicBezTo>
                  <a:pt x="35793" y="26789"/>
                  <a:pt x="36835" y="16446"/>
                  <a:pt x="43458" y="9823"/>
                </a:cubicBezTo>
                <a:lnTo>
                  <a:pt x="57745" y="-4465"/>
                </a:lnTo>
                <a:cubicBezTo>
                  <a:pt x="64368" y="-11088"/>
                  <a:pt x="74712" y="-12129"/>
                  <a:pt x="82525" y="-6921"/>
                </a:cubicBezTo>
                <a:lnTo>
                  <a:pt x="108570" y="10418"/>
                </a:lnTo>
                <a:cubicBezTo>
                  <a:pt x="115639" y="7516"/>
                  <a:pt x="123155" y="5432"/>
                  <a:pt x="130820" y="4390"/>
                </a:cubicBezTo>
                <a:lnTo>
                  <a:pt x="144661" y="-23589"/>
                </a:lnTo>
                <a:cubicBezTo>
                  <a:pt x="148828" y="-31998"/>
                  <a:pt x="158279" y="-36240"/>
                  <a:pt x="167357" y="-33858"/>
                </a:cubicBezTo>
                <a:close/>
                <a:moveTo>
                  <a:pt x="143173" y="62508"/>
                </a:moveTo>
                <a:cubicBezTo>
                  <a:pt x="125102" y="62508"/>
                  <a:pt x="110430" y="77179"/>
                  <a:pt x="110430" y="95250"/>
                </a:cubicBezTo>
                <a:cubicBezTo>
                  <a:pt x="110430" y="113321"/>
                  <a:pt x="125102" y="127992"/>
                  <a:pt x="143173" y="127992"/>
                </a:cubicBezTo>
                <a:cubicBezTo>
                  <a:pt x="161244" y="127992"/>
                  <a:pt x="175915" y="113321"/>
                  <a:pt x="175915" y="95250"/>
                </a:cubicBezTo>
                <a:cubicBezTo>
                  <a:pt x="175915" y="77179"/>
                  <a:pt x="161244" y="62508"/>
                  <a:pt x="143173" y="62508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5" name="Text 23"/>
          <p:cNvSpPr/>
          <p:nvPr/>
        </p:nvSpPr>
        <p:spPr>
          <a:xfrm>
            <a:off x="9137615" y="1625371"/>
            <a:ext cx="2438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Qanday Ishlaydi?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509001" y="2234921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7" name="Text 25"/>
          <p:cNvSpPr/>
          <p:nvPr/>
        </p:nvSpPr>
        <p:spPr>
          <a:xfrm>
            <a:off x="8458201" y="2234921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67730" y="2234921"/>
            <a:ext cx="411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Kontent Qo'shish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067730" y="2590378"/>
            <a:ext cx="410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Slaydga matn, rasm, diagramma yoki ikona qo'shasiz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09001" y="2996747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1" name="Text 29"/>
          <p:cNvSpPr/>
          <p:nvPr/>
        </p:nvSpPr>
        <p:spPr>
          <a:xfrm>
            <a:off x="8458201" y="2996747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67730" y="2996747"/>
            <a:ext cx="519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Tahlil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67730" y="3352205"/>
            <a:ext cx="5181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PowerPoint kontentni tahlil qiladi va eng yaxshi maketlarni tanlaydi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509001" y="3758567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5" name="Text 33"/>
          <p:cNvSpPr/>
          <p:nvPr/>
        </p:nvSpPr>
        <p:spPr>
          <a:xfrm>
            <a:off x="8458201" y="3758567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067730" y="3758567"/>
            <a:ext cx="374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Dizayn Takliflari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067730" y="4114031"/>
            <a:ext cx="3733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O'ng tomonda turli dizayn variantlari ko'rsatiladi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509001" y="4520394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9" name="Text 37"/>
          <p:cNvSpPr/>
          <p:nvPr/>
        </p:nvSpPr>
        <p:spPr>
          <a:xfrm>
            <a:off x="8458201" y="4520394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067730" y="4520394"/>
            <a:ext cx="449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Tanlash va Qo'llash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067730" y="4875857"/>
            <a:ext cx="448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Yoqqan dizaynni tanlaysiz va bir marta bosishda qo'llaysiz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534191" y="6400992"/>
            <a:ext cx="6959390" cy="812800"/>
          </a:xfrm>
          <a:custGeom>
            <a:avLst/>
            <a:gdLst/>
            <a:ahLst/>
            <a:cxnLst/>
            <a:rect l="l" t="t" r="r" b="b"/>
            <a:pathLst>
              <a:path w="6959390" h="812800">
                <a:moveTo>
                  <a:pt x="50380" y="0"/>
                </a:moveTo>
                <a:lnTo>
                  <a:pt x="6857790" y="0"/>
                </a:lnTo>
                <a:cubicBezTo>
                  <a:pt x="6913865" y="0"/>
                  <a:pt x="6959390" y="45525"/>
                  <a:pt x="6959390" y="101600"/>
                </a:cubicBezTo>
                <a:lnTo>
                  <a:pt x="6959390" y="711200"/>
                </a:lnTo>
                <a:cubicBezTo>
                  <a:pt x="6959390" y="767275"/>
                  <a:pt x="6913865" y="812800"/>
                  <a:pt x="6857790" y="812800"/>
                </a:cubicBezTo>
                <a:lnTo>
                  <a:pt x="50380" y="812800"/>
                </a:lnTo>
                <a:cubicBezTo>
                  <a:pt x="22556" y="812800"/>
                  <a:pt x="0" y="790244"/>
                  <a:pt x="0" y="7624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gradFill rotWithShape="1" flip="none">
            <a:gsLst>
              <a:gs pos="0">
                <a:srgbClr val="E94560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3" name="Shape 41"/>
          <p:cNvSpPr/>
          <p:nvPr/>
        </p:nvSpPr>
        <p:spPr>
          <a:xfrm>
            <a:off x="8534191" y="6400992"/>
            <a:ext cx="50380" cy="812800"/>
          </a:xfrm>
          <a:custGeom>
            <a:avLst/>
            <a:gdLst/>
            <a:ahLst/>
            <a:cxnLst/>
            <a:rect l="l" t="t" r="r" b="b"/>
            <a:pathLst>
              <a:path w="50380" h="812800">
                <a:moveTo>
                  <a:pt x="50380" y="0"/>
                </a:moveTo>
                <a:lnTo>
                  <a:pt x="50380" y="0"/>
                </a:lnTo>
                <a:lnTo>
                  <a:pt x="50380" y="812800"/>
                </a:lnTo>
                <a:lnTo>
                  <a:pt x="50380" y="812800"/>
                </a:lnTo>
                <a:cubicBezTo>
                  <a:pt x="22556" y="812800"/>
                  <a:pt x="0" y="790244"/>
                  <a:pt x="0" y="7624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44" name="Shape 42"/>
          <p:cNvSpPr/>
          <p:nvPr/>
        </p:nvSpPr>
        <p:spPr>
          <a:xfrm>
            <a:off x="8737146" y="6581347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77788" y="55563"/>
                </a:moveTo>
                <a:cubicBezTo>
                  <a:pt x="77788" y="49429"/>
                  <a:pt x="82767" y="44450"/>
                  <a:pt x="88900" y="44450"/>
                </a:cubicBezTo>
                <a:cubicBezTo>
                  <a:pt x="95033" y="44450"/>
                  <a:pt x="100013" y="49429"/>
                  <a:pt x="100013" y="55563"/>
                </a:cubicBezTo>
                <a:cubicBezTo>
                  <a:pt x="100013" y="61696"/>
                  <a:pt x="95033" y="66675"/>
                  <a:pt x="88900" y="66675"/>
                </a:cubicBezTo>
                <a:cubicBezTo>
                  <a:pt x="82767" y="66675"/>
                  <a:pt x="77788" y="61696"/>
                  <a:pt x="77788" y="55563"/>
                </a:cubicBezTo>
                <a:close/>
                <a:moveTo>
                  <a:pt x="75009" y="77788"/>
                </a:moveTo>
                <a:lnTo>
                  <a:pt x="91678" y="77788"/>
                </a:lnTo>
                <a:cubicBezTo>
                  <a:pt x="96297" y="77788"/>
                  <a:pt x="100013" y="81503"/>
                  <a:pt x="100013" y="86122"/>
                </a:cubicBezTo>
                <a:lnTo>
                  <a:pt x="100013" y="116681"/>
                </a:lnTo>
                <a:lnTo>
                  <a:pt x="102791" y="116681"/>
                </a:lnTo>
                <a:cubicBezTo>
                  <a:pt x="107409" y="116681"/>
                  <a:pt x="111125" y="120397"/>
                  <a:pt x="111125" y="125016"/>
                </a:cubicBezTo>
                <a:cubicBezTo>
                  <a:pt x="111125" y="129634"/>
                  <a:pt x="107409" y="133350"/>
                  <a:pt x="102791" y="133350"/>
                </a:cubicBezTo>
                <a:lnTo>
                  <a:pt x="75009" y="133350"/>
                </a:lnTo>
                <a:cubicBezTo>
                  <a:pt x="70391" y="133350"/>
                  <a:pt x="66675" y="129634"/>
                  <a:pt x="66675" y="125016"/>
                </a:cubicBezTo>
                <a:cubicBezTo>
                  <a:pt x="66675" y="120397"/>
                  <a:pt x="70391" y="116681"/>
                  <a:pt x="75009" y="116681"/>
                </a:cubicBezTo>
                <a:lnTo>
                  <a:pt x="83344" y="116681"/>
                </a:lnTo>
                <a:lnTo>
                  <a:pt x="83344" y="94456"/>
                </a:lnTo>
                <a:lnTo>
                  <a:pt x="75009" y="94456"/>
                </a:lnTo>
                <a:cubicBezTo>
                  <a:pt x="70391" y="94456"/>
                  <a:pt x="66675" y="90741"/>
                  <a:pt x="66675" y="86122"/>
                </a:cubicBezTo>
                <a:cubicBezTo>
                  <a:pt x="66675" y="81503"/>
                  <a:pt x="70391" y="77788"/>
                  <a:pt x="75009" y="77788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45" name="Text 43"/>
          <p:cNvSpPr/>
          <p:nvPr/>
        </p:nvSpPr>
        <p:spPr>
          <a:xfrm>
            <a:off x="9041946" y="6553355"/>
            <a:ext cx="6388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Muhim: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Designer 2016 va keyingi versiyalarda, shuningdek Microsoft 365 da mavjud.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08000" y="7670905"/>
            <a:ext cx="3695700" cy="965200"/>
          </a:xfrm>
          <a:custGeom>
            <a:avLst/>
            <a:gdLst/>
            <a:ahLst/>
            <a:cxnLst/>
            <a:rect l="l" t="t" r="r" b="b"/>
            <a:pathLst>
              <a:path w="3695700" h="965200">
                <a:moveTo>
                  <a:pt x="101597" y="0"/>
                </a:moveTo>
                <a:lnTo>
                  <a:pt x="3594103" y="0"/>
                </a:lnTo>
                <a:cubicBezTo>
                  <a:pt x="3650213" y="0"/>
                  <a:pt x="3695700" y="45487"/>
                  <a:pt x="3695700" y="101597"/>
                </a:cubicBezTo>
                <a:lnTo>
                  <a:pt x="3695700" y="863603"/>
                </a:lnTo>
                <a:cubicBezTo>
                  <a:pt x="3695700" y="919713"/>
                  <a:pt x="3650213" y="965200"/>
                  <a:pt x="35941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47" name="Shape 45"/>
          <p:cNvSpPr/>
          <p:nvPr/>
        </p:nvSpPr>
        <p:spPr>
          <a:xfrm>
            <a:off x="2222448" y="7823268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76200" y="66675"/>
                </a:moveTo>
                <a:cubicBezTo>
                  <a:pt x="91971" y="66675"/>
                  <a:pt x="104775" y="79479"/>
                  <a:pt x="104775" y="95250"/>
                </a:cubicBezTo>
                <a:cubicBezTo>
                  <a:pt x="104775" y="111021"/>
                  <a:pt x="91971" y="123825"/>
                  <a:pt x="76200" y="123825"/>
                </a:cubicBezTo>
                <a:cubicBezTo>
                  <a:pt x="60429" y="123825"/>
                  <a:pt x="47625" y="111021"/>
                  <a:pt x="47625" y="95250"/>
                </a:cubicBezTo>
                <a:cubicBezTo>
                  <a:pt x="47625" y="79479"/>
                  <a:pt x="60429" y="66675"/>
                  <a:pt x="76200" y="66675"/>
                </a:cubicBezTo>
                <a:close/>
                <a:moveTo>
                  <a:pt x="161925" y="133350"/>
                </a:moveTo>
                <a:cubicBezTo>
                  <a:pt x="166926" y="133350"/>
                  <a:pt x="171510" y="135969"/>
                  <a:pt x="174129" y="140196"/>
                </a:cubicBezTo>
                <a:lnTo>
                  <a:pt x="226516" y="225921"/>
                </a:lnTo>
                <a:cubicBezTo>
                  <a:pt x="229195" y="230326"/>
                  <a:pt x="229314" y="235863"/>
                  <a:pt x="226814" y="240387"/>
                </a:cubicBezTo>
                <a:cubicBezTo>
                  <a:pt x="224314" y="244912"/>
                  <a:pt x="219492" y="247650"/>
                  <a:pt x="214313" y="247650"/>
                </a:cubicBezTo>
                <a:lnTo>
                  <a:pt x="52388" y="247650"/>
                </a:lnTo>
                <a:cubicBezTo>
                  <a:pt x="47089" y="247650"/>
                  <a:pt x="42148" y="244673"/>
                  <a:pt x="39707" y="239970"/>
                </a:cubicBezTo>
                <a:cubicBezTo>
                  <a:pt x="37267" y="235268"/>
                  <a:pt x="37624" y="229553"/>
                  <a:pt x="40660" y="225207"/>
                </a:cubicBezTo>
                <a:lnTo>
                  <a:pt x="73997" y="177582"/>
                </a:lnTo>
                <a:cubicBezTo>
                  <a:pt x="76676" y="173772"/>
                  <a:pt x="81022" y="171510"/>
                  <a:pt x="85725" y="171510"/>
                </a:cubicBezTo>
                <a:cubicBezTo>
                  <a:pt x="90428" y="171510"/>
                  <a:pt x="94774" y="173772"/>
                  <a:pt x="97453" y="177582"/>
                </a:cubicBezTo>
                <a:lnTo>
                  <a:pt x="113169" y="200085"/>
                </a:lnTo>
                <a:lnTo>
                  <a:pt x="149721" y="140256"/>
                </a:lnTo>
                <a:cubicBezTo>
                  <a:pt x="152340" y="136029"/>
                  <a:pt x="156924" y="133410"/>
                  <a:pt x="161925" y="13341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48" name="Text 46"/>
          <p:cNvSpPr/>
          <p:nvPr/>
        </p:nvSpPr>
        <p:spPr>
          <a:xfrm>
            <a:off x="615915" y="8229637"/>
            <a:ext cx="347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Rasmlar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356048" y="7670905"/>
            <a:ext cx="3695700" cy="965200"/>
          </a:xfrm>
          <a:custGeom>
            <a:avLst/>
            <a:gdLst/>
            <a:ahLst/>
            <a:cxnLst/>
            <a:rect l="l" t="t" r="r" b="b"/>
            <a:pathLst>
              <a:path w="3695700" h="965200">
                <a:moveTo>
                  <a:pt x="101597" y="0"/>
                </a:moveTo>
                <a:lnTo>
                  <a:pt x="3594103" y="0"/>
                </a:lnTo>
                <a:cubicBezTo>
                  <a:pt x="3650213" y="0"/>
                  <a:pt x="3695700" y="45487"/>
                  <a:pt x="3695700" y="101597"/>
                </a:cubicBezTo>
                <a:lnTo>
                  <a:pt x="3695700" y="863603"/>
                </a:lnTo>
                <a:cubicBezTo>
                  <a:pt x="3695700" y="919713"/>
                  <a:pt x="3650213" y="965200"/>
                  <a:pt x="35941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50" name="Shape 48"/>
          <p:cNvSpPr/>
          <p:nvPr/>
        </p:nvSpPr>
        <p:spPr>
          <a:xfrm>
            <a:off x="6051533" y="782326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76200" y="57150"/>
                </a:moveTo>
                <a:cubicBezTo>
                  <a:pt x="76200" y="46613"/>
                  <a:pt x="84713" y="38100"/>
                  <a:pt x="95250" y="38100"/>
                </a:cubicBezTo>
                <a:lnTo>
                  <a:pt x="209550" y="38100"/>
                </a:lnTo>
                <a:cubicBezTo>
                  <a:pt x="220087" y="38100"/>
                  <a:pt x="228600" y="46613"/>
                  <a:pt x="228600" y="57150"/>
                </a:cubicBezTo>
                <a:cubicBezTo>
                  <a:pt x="228600" y="67687"/>
                  <a:pt x="220087" y="76200"/>
                  <a:pt x="209550" y="76200"/>
                </a:cubicBezTo>
                <a:lnTo>
                  <a:pt x="95250" y="76200"/>
                </a:lnTo>
                <a:cubicBezTo>
                  <a:pt x="84713" y="76200"/>
                  <a:pt x="76200" y="67687"/>
                  <a:pt x="76200" y="57150"/>
                </a:cubicBezTo>
                <a:close/>
                <a:moveTo>
                  <a:pt x="95250" y="104775"/>
                </a:moveTo>
                <a:lnTo>
                  <a:pt x="171450" y="104775"/>
                </a:lnTo>
                <a:cubicBezTo>
                  <a:pt x="181987" y="104775"/>
                  <a:pt x="190500" y="113288"/>
                  <a:pt x="190500" y="123825"/>
                </a:cubicBezTo>
                <a:cubicBezTo>
                  <a:pt x="190500" y="134362"/>
                  <a:pt x="181987" y="142875"/>
                  <a:pt x="171450" y="142875"/>
                </a:cubicBezTo>
                <a:lnTo>
                  <a:pt x="95250" y="142875"/>
                </a:lnTo>
                <a:cubicBezTo>
                  <a:pt x="84713" y="142875"/>
                  <a:pt x="76200" y="134362"/>
                  <a:pt x="76200" y="123825"/>
                </a:cubicBezTo>
                <a:cubicBezTo>
                  <a:pt x="76200" y="113288"/>
                  <a:pt x="84713" y="104775"/>
                  <a:pt x="95250" y="104775"/>
                </a:cubicBezTo>
                <a:close/>
                <a:moveTo>
                  <a:pt x="95250" y="171450"/>
                </a:move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95250" y="209550"/>
                </a:lnTo>
                <a:cubicBezTo>
                  <a:pt x="84713" y="209550"/>
                  <a:pt x="76200" y="201037"/>
                  <a:pt x="76200" y="190500"/>
                </a:cubicBezTo>
                <a:cubicBezTo>
                  <a:pt x="76200" y="179963"/>
                  <a:pt x="84713" y="171450"/>
                  <a:pt x="95250" y="17145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51" name="Text 49"/>
          <p:cNvSpPr/>
          <p:nvPr/>
        </p:nvSpPr>
        <p:spPr>
          <a:xfrm>
            <a:off x="4463963" y="8229637"/>
            <a:ext cx="347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Diagrammalar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04183" y="7670905"/>
            <a:ext cx="3695700" cy="965200"/>
          </a:xfrm>
          <a:custGeom>
            <a:avLst/>
            <a:gdLst/>
            <a:ahLst/>
            <a:cxnLst/>
            <a:rect l="l" t="t" r="r" b="b"/>
            <a:pathLst>
              <a:path w="3695700" h="965200">
                <a:moveTo>
                  <a:pt x="101597" y="0"/>
                </a:moveTo>
                <a:lnTo>
                  <a:pt x="3594103" y="0"/>
                </a:lnTo>
                <a:cubicBezTo>
                  <a:pt x="3650213" y="0"/>
                  <a:pt x="3695700" y="45487"/>
                  <a:pt x="3695700" y="101597"/>
                </a:cubicBezTo>
                <a:lnTo>
                  <a:pt x="3695700" y="863603"/>
                </a:lnTo>
                <a:cubicBezTo>
                  <a:pt x="3695700" y="919713"/>
                  <a:pt x="3650213" y="965200"/>
                  <a:pt x="35941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53" name="Shape 51"/>
          <p:cNvSpPr/>
          <p:nvPr/>
        </p:nvSpPr>
        <p:spPr>
          <a:xfrm>
            <a:off x="9918630" y="7823268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76200" y="0"/>
                </a:moveTo>
                <a:cubicBezTo>
                  <a:pt x="86737" y="0"/>
                  <a:pt x="95250" y="8513"/>
                  <a:pt x="95250" y="19050"/>
                </a:cubicBezTo>
                <a:lnTo>
                  <a:pt x="95250" y="38100"/>
                </a:lnTo>
                <a:lnTo>
                  <a:pt x="171450" y="38100"/>
                </a:lnTo>
                <a:lnTo>
                  <a:pt x="171450" y="19050"/>
                </a:lnTo>
                <a:cubicBezTo>
                  <a:pt x="171450" y="8513"/>
                  <a:pt x="179963" y="0"/>
                  <a:pt x="190500" y="0"/>
                </a:cubicBezTo>
                <a:cubicBezTo>
                  <a:pt x="201037" y="0"/>
                  <a:pt x="209550" y="8513"/>
                  <a:pt x="209550" y="19050"/>
                </a:cubicBezTo>
                <a:lnTo>
                  <a:pt x="209550" y="38100"/>
                </a:lnTo>
                <a:lnTo>
                  <a:pt x="228600" y="38100"/>
                </a:lnTo>
                <a:cubicBezTo>
                  <a:pt x="249615" y="38100"/>
                  <a:pt x="266700" y="55185"/>
                  <a:pt x="266700" y="76200"/>
                </a:cubicBezTo>
                <a:lnTo>
                  <a:pt x="266700" y="247650"/>
                </a:lnTo>
                <a:cubicBezTo>
                  <a:pt x="266700" y="268665"/>
                  <a:pt x="249615" y="285750"/>
                  <a:pt x="228600" y="285750"/>
                </a:cubicBezTo>
                <a:lnTo>
                  <a:pt x="38100" y="285750"/>
                </a:lnTo>
                <a:cubicBezTo>
                  <a:pt x="17085" y="285750"/>
                  <a:pt x="0" y="268665"/>
                  <a:pt x="0" y="247650"/>
                </a:cubicBezTo>
                <a:lnTo>
                  <a:pt x="0" y="76200"/>
                </a:lnTo>
                <a:cubicBezTo>
                  <a:pt x="0" y="55185"/>
                  <a:pt x="17085" y="38100"/>
                  <a:pt x="38100" y="38100"/>
                </a:cubicBezTo>
                <a:lnTo>
                  <a:pt x="57150" y="38100"/>
                </a:lnTo>
                <a:lnTo>
                  <a:pt x="57150" y="19050"/>
                </a:lnTo>
                <a:cubicBezTo>
                  <a:pt x="57150" y="8513"/>
                  <a:pt x="65663" y="0"/>
                  <a:pt x="76200" y="0"/>
                </a:cubicBezTo>
                <a:close/>
                <a:moveTo>
                  <a:pt x="38100" y="142875"/>
                </a:moveTo>
                <a:lnTo>
                  <a:pt x="38100" y="161925"/>
                </a:lnTo>
                <a:cubicBezTo>
                  <a:pt x="38100" y="167164"/>
                  <a:pt x="42386" y="171450"/>
                  <a:pt x="47625" y="171450"/>
                </a:cubicBezTo>
                <a:lnTo>
                  <a:pt x="66675" y="171450"/>
                </a:lnTo>
                <a:cubicBezTo>
                  <a:pt x="71914" y="171450"/>
                  <a:pt x="76200" y="167164"/>
                  <a:pt x="76200" y="161925"/>
                </a:cubicBezTo>
                <a:lnTo>
                  <a:pt x="76200" y="142875"/>
                </a:lnTo>
                <a:cubicBezTo>
                  <a:pt x="76200" y="137636"/>
                  <a:pt x="71914" y="133350"/>
                  <a:pt x="66675" y="133350"/>
                </a:cubicBezTo>
                <a:lnTo>
                  <a:pt x="47625" y="133350"/>
                </a:lnTo>
                <a:cubicBezTo>
                  <a:pt x="42386" y="133350"/>
                  <a:pt x="38100" y="137636"/>
                  <a:pt x="38100" y="142875"/>
                </a:cubicBezTo>
                <a:close/>
                <a:moveTo>
                  <a:pt x="114300" y="142875"/>
                </a:moveTo>
                <a:lnTo>
                  <a:pt x="114300" y="161925"/>
                </a:lnTo>
                <a:cubicBezTo>
                  <a:pt x="114300" y="167164"/>
                  <a:pt x="118586" y="171450"/>
                  <a:pt x="123825" y="171450"/>
                </a:cubicBezTo>
                <a:lnTo>
                  <a:pt x="142875" y="171450"/>
                </a:lnTo>
                <a:cubicBezTo>
                  <a:pt x="148114" y="171450"/>
                  <a:pt x="152400" y="167164"/>
                  <a:pt x="152400" y="161925"/>
                </a:cubicBezTo>
                <a:lnTo>
                  <a:pt x="152400" y="142875"/>
                </a:lnTo>
                <a:cubicBezTo>
                  <a:pt x="152400" y="137636"/>
                  <a:pt x="148114" y="133350"/>
                  <a:pt x="142875" y="133350"/>
                </a:cubicBezTo>
                <a:lnTo>
                  <a:pt x="123825" y="133350"/>
                </a:lnTo>
                <a:cubicBezTo>
                  <a:pt x="118586" y="133350"/>
                  <a:pt x="114300" y="137636"/>
                  <a:pt x="114300" y="142875"/>
                </a:cubicBezTo>
                <a:close/>
                <a:moveTo>
                  <a:pt x="200025" y="133350"/>
                </a:moveTo>
                <a:cubicBezTo>
                  <a:pt x="194786" y="133350"/>
                  <a:pt x="190500" y="137636"/>
                  <a:pt x="190500" y="142875"/>
                </a:cubicBezTo>
                <a:lnTo>
                  <a:pt x="190500" y="161925"/>
                </a:lnTo>
                <a:cubicBezTo>
                  <a:pt x="190500" y="167164"/>
                  <a:pt x="194786" y="171450"/>
                  <a:pt x="200025" y="171450"/>
                </a:cubicBezTo>
                <a:lnTo>
                  <a:pt x="219075" y="171450"/>
                </a:lnTo>
                <a:cubicBezTo>
                  <a:pt x="224314" y="171450"/>
                  <a:pt x="228600" y="167164"/>
                  <a:pt x="228600" y="161925"/>
                </a:cubicBezTo>
                <a:lnTo>
                  <a:pt x="228600" y="142875"/>
                </a:lnTo>
                <a:cubicBezTo>
                  <a:pt x="228600" y="137636"/>
                  <a:pt x="224314" y="133350"/>
                  <a:pt x="219075" y="133350"/>
                </a:cubicBezTo>
                <a:lnTo>
                  <a:pt x="200025" y="133350"/>
                </a:lnTo>
                <a:close/>
                <a:moveTo>
                  <a:pt x="38100" y="219075"/>
                </a:move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66675" y="247650"/>
                </a:lnTo>
                <a:cubicBezTo>
                  <a:pt x="71914" y="247650"/>
                  <a:pt x="76200" y="243364"/>
                  <a:pt x="76200" y="238125"/>
                </a:cubicBezTo>
                <a:lnTo>
                  <a:pt x="76200" y="219075"/>
                </a:lnTo>
                <a:cubicBezTo>
                  <a:pt x="76200" y="213836"/>
                  <a:pt x="71914" y="209550"/>
                  <a:pt x="66675" y="209550"/>
                </a:cubicBezTo>
                <a:lnTo>
                  <a:pt x="47625" y="209550"/>
                </a:lnTo>
                <a:cubicBezTo>
                  <a:pt x="42386" y="209550"/>
                  <a:pt x="38100" y="213836"/>
                  <a:pt x="38100" y="219075"/>
                </a:cubicBezTo>
                <a:close/>
                <a:moveTo>
                  <a:pt x="123825" y="209550"/>
                </a:moveTo>
                <a:cubicBezTo>
                  <a:pt x="118586" y="209550"/>
                  <a:pt x="114300" y="213836"/>
                  <a:pt x="114300" y="219075"/>
                </a:cubicBezTo>
                <a:lnTo>
                  <a:pt x="114300" y="238125"/>
                </a:lnTo>
                <a:cubicBezTo>
                  <a:pt x="114300" y="243364"/>
                  <a:pt x="118586" y="247650"/>
                  <a:pt x="123825" y="247650"/>
                </a:cubicBezTo>
                <a:lnTo>
                  <a:pt x="142875" y="247650"/>
                </a:lnTo>
                <a:cubicBezTo>
                  <a:pt x="148114" y="247650"/>
                  <a:pt x="152400" y="243364"/>
                  <a:pt x="152400" y="238125"/>
                </a:cubicBezTo>
                <a:lnTo>
                  <a:pt x="152400" y="219075"/>
                </a:lnTo>
                <a:cubicBezTo>
                  <a:pt x="152400" y="213836"/>
                  <a:pt x="148114" y="209550"/>
                  <a:pt x="142875" y="209550"/>
                </a:cubicBezTo>
                <a:lnTo>
                  <a:pt x="123825" y="209550"/>
                </a:lnTo>
                <a:close/>
                <a:moveTo>
                  <a:pt x="190500" y="219075"/>
                </a:moveTo>
                <a:lnTo>
                  <a:pt x="190500" y="238125"/>
                </a:lnTo>
                <a:cubicBezTo>
                  <a:pt x="190500" y="243364"/>
                  <a:pt x="194786" y="247650"/>
                  <a:pt x="200025" y="247650"/>
                </a:cubicBezTo>
                <a:lnTo>
                  <a:pt x="219075" y="247650"/>
                </a:lnTo>
                <a:cubicBezTo>
                  <a:pt x="224314" y="247650"/>
                  <a:pt x="228600" y="243364"/>
                  <a:pt x="228600" y="238125"/>
                </a:cubicBezTo>
                <a:lnTo>
                  <a:pt x="228600" y="219075"/>
                </a:lnTo>
                <a:cubicBezTo>
                  <a:pt x="228600" y="213836"/>
                  <a:pt x="224314" y="209550"/>
                  <a:pt x="219075" y="209550"/>
                </a:cubicBezTo>
                <a:lnTo>
                  <a:pt x="200025" y="209550"/>
                </a:lnTo>
                <a:cubicBezTo>
                  <a:pt x="194786" y="209550"/>
                  <a:pt x="190500" y="213836"/>
                  <a:pt x="190500" y="219075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54" name="Text 52"/>
          <p:cNvSpPr/>
          <p:nvPr/>
        </p:nvSpPr>
        <p:spPr>
          <a:xfrm>
            <a:off x="8312098" y="8229637"/>
            <a:ext cx="347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Vaqt Jadvallari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2052230" y="7670905"/>
            <a:ext cx="3695700" cy="965200"/>
          </a:xfrm>
          <a:custGeom>
            <a:avLst/>
            <a:gdLst/>
            <a:ahLst/>
            <a:cxnLst/>
            <a:rect l="l" t="t" r="r" b="b"/>
            <a:pathLst>
              <a:path w="3695700" h="965200">
                <a:moveTo>
                  <a:pt x="101597" y="0"/>
                </a:moveTo>
                <a:lnTo>
                  <a:pt x="3594103" y="0"/>
                </a:lnTo>
                <a:cubicBezTo>
                  <a:pt x="3650213" y="0"/>
                  <a:pt x="3695700" y="45487"/>
                  <a:pt x="3695700" y="101597"/>
                </a:cubicBezTo>
                <a:lnTo>
                  <a:pt x="3695700" y="863603"/>
                </a:lnTo>
                <a:cubicBezTo>
                  <a:pt x="3695700" y="919713"/>
                  <a:pt x="3650213" y="965200"/>
                  <a:pt x="35941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56" name="Shape 54"/>
          <p:cNvSpPr/>
          <p:nvPr/>
        </p:nvSpPr>
        <p:spPr>
          <a:xfrm>
            <a:off x="13747716" y="782326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4120" y="161925"/>
                </a:moveTo>
                <a:cubicBezTo>
                  <a:pt x="110490" y="161925"/>
                  <a:pt x="116443" y="165080"/>
                  <a:pt x="119955" y="170378"/>
                </a:cubicBezTo>
                <a:lnTo>
                  <a:pt x="126980" y="180975"/>
                </a:lnTo>
                <a:lnTo>
                  <a:pt x="142875" y="180975"/>
                </a:lnTo>
                <a:cubicBezTo>
                  <a:pt x="158651" y="180975"/>
                  <a:pt x="171450" y="193774"/>
                  <a:pt x="171450" y="209550"/>
                </a:cubicBezTo>
                <a:lnTo>
                  <a:pt x="171450" y="276225"/>
                </a:lnTo>
                <a:cubicBezTo>
                  <a:pt x="171450" y="292001"/>
                  <a:pt x="158651" y="304800"/>
                  <a:pt x="142875" y="304800"/>
                </a:cubicBezTo>
                <a:lnTo>
                  <a:pt x="28575" y="304800"/>
                </a:lnTo>
                <a:cubicBezTo>
                  <a:pt x="12799" y="304800"/>
                  <a:pt x="0" y="292001"/>
                  <a:pt x="0" y="276225"/>
                </a:cubicBezTo>
                <a:lnTo>
                  <a:pt x="0" y="209550"/>
                </a:lnTo>
                <a:cubicBezTo>
                  <a:pt x="0" y="193774"/>
                  <a:pt x="12799" y="180975"/>
                  <a:pt x="28575" y="180975"/>
                </a:cubicBezTo>
                <a:lnTo>
                  <a:pt x="44470" y="180975"/>
                </a:lnTo>
                <a:lnTo>
                  <a:pt x="51495" y="170378"/>
                </a:lnTo>
                <a:cubicBezTo>
                  <a:pt x="55007" y="165080"/>
                  <a:pt x="60960" y="161925"/>
                  <a:pt x="67330" y="161925"/>
                </a:cubicBezTo>
                <a:lnTo>
                  <a:pt x="104061" y="161925"/>
                </a:lnTo>
                <a:close/>
                <a:moveTo>
                  <a:pt x="269974" y="154781"/>
                </a:moveTo>
                <a:cubicBezTo>
                  <a:pt x="273308" y="151864"/>
                  <a:pt x="278249" y="151626"/>
                  <a:pt x="281821" y="154245"/>
                </a:cubicBezTo>
                <a:cubicBezTo>
                  <a:pt x="285393" y="156865"/>
                  <a:pt x="286762" y="161627"/>
                  <a:pt x="284976" y="165735"/>
                </a:cubicBezTo>
                <a:lnTo>
                  <a:pt x="262116" y="219075"/>
                </a:lnTo>
                <a:lnTo>
                  <a:pt x="295275" y="219075"/>
                </a:lnTo>
                <a:cubicBezTo>
                  <a:pt x="299264" y="219075"/>
                  <a:pt x="302776" y="221516"/>
                  <a:pt x="304205" y="225266"/>
                </a:cubicBezTo>
                <a:cubicBezTo>
                  <a:pt x="305633" y="229017"/>
                  <a:pt x="304562" y="233184"/>
                  <a:pt x="301585" y="235803"/>
                </a:cubicBezTo>
                <a:lnTo>
                  <a:pt x="225385" y="302478"/>
                </a:lnTo>
                <a:cubicBezTo>
                  <a:pt x="222052" y="305395"/>
                  <a:pt x="217110" y="305633"/>
                  <a:pt x="213539" y="303014"/>
                </a:cubicBezTo>
                <a:cubicBezTo>
                  <a:pt x="209967" y="300395"/>
                  <a:pt x="208598" y="295632"/>
                  <a:pt x="210383" y="291525"/>
                </a:cubicBezTo>
                <a:lnTo>
                  <a:pt x="233303" y="238125"/>
                </a:lnTo>
                <a:lnTo>
                  <a:pt x="200085" y="238125"/>
                </a:lnTo>
                <a:cubicBezTo>
                  <a:pt x="196096" y="238125"/>
                  <a:pt x="192584" y="235684"/>
                  <a:pt x="191155" y="231934"/>
                </a:cubicBezTo>
                <a:cubicBezTo>
                  <a:pt x="189726" y="228183"/>
                  <a:pt x="190798" y="224016"/>
                  <a:pt x="193774" y="221397"/>
                </a:cubicBezTo>
                <a:lnTo>
                  <a:pt x="269974" y="154722"/>
                </a:lnTo>
                <a:close/>
                <a:moveTo>
                  <a:pt x="85725" y="214313"/>
                </a:moveTo>
                <a:cubicBezTo>
                  <a:pt x="69954" y="214313"/>
                  <a:pt x="57150" y="227117"/>
                  <a:pt x="57150" y="242888"/>
                </a:cubicBezTo>
                <a:cubicBezTo>
                  <a:pt x="57150" y="258658"/>
                  <a:pt x="69954" y="271463"/>
                  <a:pt x="85725" y="271463"/>
                </a:cubicBezTo>
                <a:cubicBezTo>
                  <a:pt x="101496" y="271463"/>
                  <a:pt x="114300" y="258658"/>
                  <a:pt x="114300" y="242888"/>
                </a:cubicBezTo>
                <a:cubicBezTo>
                  <a:pt x="114300" y="227117"/>
                  <a:pt x="101496" y="214313"/>
                  <a:pt x="85725" y="214313"/>
                </a:cubicBezTo>
                <a:close/>
                <a:moveTo>
                  <a:pt x="288012" y="238"/>
                </a:moveTo>
                <a:cubicBezTo>
                  <a:pt x="291882" y="-417"/>
                  <a:pt x="295811" y="476"/>
                  <a:pt x="299025" y="2858"/>
                </a:cubicBezTo>
                <a:cubicBezTo>
                  <a:pt x="302657" y="5536"/>
                  <a:pt x="304800" y="9823"/>
                  <a:pt x="304800" y="14288"/>
                </a:cubicBezTo>
                <a:lnTo>
                  <a:pt x="304800" y="104775"/>
                </a:lnTo>
                <a:lnTo>
                  <a:pt x="304621" y="107692"/>
                </a:lnTo>
                <a:cubicBezTo>
                  <a:pt x="302657" y="122099"/>
                  <a:pt x="286464" y="133350"/>
                  <a:pt x="266700" y="133350"/>
                </a:cubicBezTo>
                <a:cubicBezTo>
                  <a:pt x="245685" y="133350"/>
                  <a:pt x="228600" y="120551"/>
                  <a:pt x="228600" y="104775"/>
                </a:cubicBezTo>
                <a:cubicBezTo>
                  <a:pt x="228600" y="88999"/>
                  <a:pt x="245685" y="76200"/>
                  <a:pt x="266700" y="76200"/>
                </a:cubicBezTo>
                <a:cubicBezTo>
                  <a:pt x="269974" y="76200"/>
                  <a:pt x="273189" y="76557"/>
                  <a:pt x="276225" y="77152"/>
                </a:cubicBezTo>
                <a:lnTo>
                  <a:pt x="276225" y="47804"/>
                </a:lnTo>
                <a:lnTo>
                  <a:pt x="209550" y="67806"/>
                </a:lnTo>
                <a:lnTo>
                  <a:pt x="209550" y="133410"/>
                </a:lnTo>
                <a:lnTo>
                  <a:pt x="209371" y="136327"/>
                </a:lnTo>
                <a:cubicBezTo>
                  <a:pt x="207407" y="150733"/>
                  <a:pt x="191214" y="161985"/>
                  <a:pt x="171450" y="161985"/>
                </a:cubicBezTo>
                <a:cubicBezTo>
                  <a:pt x="150435" y="161985"/>
                  <a:pt x="133350" y="149185"/>
                  <a:pt x="133350" y="133410"/>
                </a:cubicBezTo>
                <a:cubicBezTo>
                  <a:pt x="133350" y="117634"/>
                  <a:pt x="150435" y="104835"/>
                  <a:pt x="171450" y="104835"/>
                </a:cubicBezTo>
                <a:cubicBezTo>
                  <a:pt x="174724" y="104835"/>
                  <a:pt x="177939" y="105192"/>
                  <a:pt x="180975" y="105787"/>
                </a:cubicBezTo>
                <a:lnTo>
                  <a:pt x="180975" y="42863"/>
                </a:lnTo>
                <a:cubicBezTo>
                  <a:pt x="180975" y="36552"/>
                  <a:pt x="185142" y="30956"/>
                  <a:pt x="191155" y="29170"/>
                </a:cubicBezTo>
                <a:lnTo>
                  <a:pt x="286405" y="595"/>
                </a:lnTo>
                <a:lnTo>
                  <a:pt x="288012" y="238"/>
                </a:lnTo>
                <a:close/>
                <a:moveTo>
                  <a:pt x="112455" y="0"/>
                </a:moveTo>
                <a:cubicBezTo>
                  <a:pt x="134541" y="0"/>
                  <a:pt x="152400" y="17859"/>
                  <a:pt x="152400" y="39945"/>
                </a:cubicBezTo>
                <a:lnTo>
                  <a:pt x="152400" y="43577"/>
                </a:lnTo>
                <a:cubicBezTo>
                  <a:pt x="152400" y="76974"/>
                  <a:pt x="107633" y="110311"/>
                  <a:pt x="86737" y="124123"/>
                </a:cubicBezTo>
                <a:cubicBezTo>
                  <a:pt x="80308" y="128349"/>
                  <a:pt x="72092" y="128349"/>
                  <a:pt x="65663" y="124123"/>
                </a:cubicBezTo>
                <a:cubicBezTo>
                  <a:pt x="44767" y="110371"/>
                  <a:pt x="0" y="76974"/>
                  <a:pt x="0" y="43577"/>
                </a:cubicBezTo>
                <a:lnTo>
                  <a:pt x="0" y="39945"/>
                </a:lnTo>
                <a:cubicBezTo>
                  <a:pt x="0" y="17859"/>
                  <a:pt x="17859" y="0"/>
                  <a:pt x="39945" y="0"/>
                </a:cubicBezTo>
                <a:cubicBezTo>
                  <a:pt x="52507" y="0"/>
                  <a:pt x="64294" y="5894"/>
                  <a:pt x="71854" y="15954"/>
                </a:cubicBezTo>
                <a:lnTo>
                  <a:pt x="76200" y="21788"/>
                </a:lnTo>
                <a:lnTo>
                  <a:pt x="80546" y="15954"/>
                </a:lnTo>
                <a:cubicBezTo>
                  <a:pt x="88106" y="5894"/>
                  <a:pt x="99893" y="0"/>
                  <a:pt x="112455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57" name="Text 55"/>
          <p:cNvSpPr/>
          <p:nvPr/>
        </p:nvSpPr>
        <p:spPr>
          <a:xfrm>
            <a:off x="12160145" y="8229637"/>
            <a:ext cx="347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Ikonalar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Morph va Zoom: Dinamik O'tishlar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8000" y="1117457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508000" y="1371371"/>
            <a:ext cx="7493000" cy="6210300"/>
          </a:xfrm>
          <a:custGeom>
            <a:avLst/>
            <a:gdLst/>
            <a:ahLst/>
            <a:cxnLst/>
            <a:rect l="l" t="t" r="r" b="b"/>
            <a:pathLst>
              <a:path w="7493000" h="6210300">
                <a:moveTo>
                  <a:pt x="203201" y="0"/>
                </a:moveTo>
                <a:lnTo>
                  <a:pt x="7289799" y="0"/>
                </a:lnTo>
                <a:cubicBezTo>
                  <a:pt x="7402024" y="0"/>
                  <a:pt x="7493000" y="90976"/>
                  <a:pt x="7493000" y="203201"/>
                </a:cubicBezTo>
                <a:lnTo>
                  <a:pt x="7493000" y="6007099"/>
                </a:lnTo>
                <a:cubicBezTo>
                  <a:pt x="7493000" y="6119324"/>
                  <a:pt x="7402024" y="6210300"/>
                  <a:pt x="7289799" y="6210300"/>
                </a:cubicBezTo>
                <a:lnTo>
                  <a:pt x="203201" y="6210300"/>
                </a:lnTo>
                <a:cubicBezTo>
                  <a:pt x="90976" y="6210300"/>
                  <a:pt x="0" y="6119324"/>
                  <a:pt x="0" y="6007099"/>
                </a:cubicBezTo>
                <a:lnTo>
                  <a:pt x="0" y="203201"/>
                </a:lnTo>
                <a:cubicBezTo>
                  <a:pt x="0" y="91051"/>
                  <a:pt x="91051" y="0"/>
                  <a:pt x="203201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6380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112068"/>
                </a:moveTo>
                <a:lnTo>
                  <a:pt x="302568" y="183505"/>
                </a:lnTo>
                <a:cubicBezTo>
                  <a:pt x="295721" y="190351"/>
                  <a:pt x="285527" y="192360"/>
                  <a:pt x="276597" y="188640"/>
                </a:cubicBezTo>
                <a:cubicBezTo>
                  <a:pt x="267667" y="184919"/>
                  <a:pt x="261938" y="176287"/>
                  <a:pt x="261938" y="166688"/>
                </a:cubicBezTo>
                <a:lnTo>
                  <a:pt x="261938" y="119063"/>
                </a:lnTo>
                <a:lnTo>
                  <a:pt x="23812" y="119063"/>
                </a:lnTo>
                <a:cubicBezTo>
                  <a:pt x="10641" y="119063"/>
                  <a:pt x="0" y="108421"/>
                  <a:pt x="0" y="95250"/>
                </a:cubicBezTo>
                <a:cubicBezTo>
                  <a:pt x="0" y="82079"/>
                  <a:pt x="10641" y="71438"/>
                  <a:pt x="23812" y="71438"/>
                </a:cubicBezTo>
                <a:lnTo>
                  <a:pt x="261938" y="71438"/>
                </a:lnTo>
                <a:lnTo>
                  <a:pt x="261938" y="23812"/>
                </a:lnTo>
                <a:cubicBezTo>
                  <a:pt x="261938" y="14213"/>
                  <a:pt x="267742" y="5507"/>
                  <a:pt x="276671" y="1786"/>
                </a:cubicBezTo>
                <a:cubicBezTo>
                  <a:pt x="285601" y="-1935"/>
                  <a:pt x="295796" y="149"/>
                  <a:pt x="302642" y="6921"/>
                </a:cubicBezTo>
                <a:lnTo>
                  <a:pt x="374079" y="78358"/>
                </a:lnTo>
                <a:cubicBezTo>
                  <a:pt x="383381" y="87660"/>
                  <a:pt x="383381" y="102766"/>
                  <a:pt x="374079" y="112068"/>
                </a:cubicBezTo>
                <a:close/>
                <a:moveTo>
                  <a:pt x="78358" y="374005"/>
                </a:moveTo>
                <a:lnTo>
                  <a:pt x="6921" y="302568"/>
                </a:lnTo>
                <a:cubicBezTo>
                  <a:pt x="-2381" y="293266"/>
                  <a:pt x="-2381" y="278160"/>
                  <a:pt x="6921" y="268858"/>
                </a:cubicBezTo>
                <a:lnTo>
                  <a:pt x="78358" y="197421"/>
                </a:lnTo>
                <a:cubicBezTo>
                  <a:pt x="85204" y="190574"/>
                  <a:pt x="95399" y="188565"/>
                  <a:pt x="104329" y="192286"/>
                </a:cubicBezTo>
                <a:cubicBezTo>
                  <a:pt x="113258" y="196007"/>
                  <a:pt x="119063" y="204713"/>
                  <a:pt x="119063" y="214313"/>
                </a:cubicBezTo>
                <a:lnTo>
                  <a:pt x="119063" y="261938"/>
                </a:lnTo>
                <a:lnTo>
                  <a:pt x="357188" y="261938"/>
                </a:lnTo>
                <a:cubicBezTo>
                  <a:pt x="370359" y="261938"/>
                  <a:pt x="381000" y="272579"/>
                  <a:pt x="381000" y="285750"/>
                </a:cubicBezTo>
                <a:cubicBezTo>
                  <a:pt x="381000" y="298921"/>
                  <a:pt x="370359" y="309563"/>
                  <a:pt x="357188" y="309563"/>
                </a:cubicBezTo>
                <a:lnTo>
                  <a:pt x="119063" y="309563"/>
                </a:lnTo>
                <a:lnTo>
                  <a:pt x="119063" y="357188"/>
                </a:lnTo>
                <a:cubicBezTo>
                  <a:pt x="119063" y="366787"/>
                  <a:pt x="113258" y="375493"/>
                  <a:pt x="104329" y="379214"/>
                </a:cubicBezTo>
                <a:cubicBezTo>
                  <a:pt x="95399" y="382935"/>
                  <a:pt x="85204" y="380851"/>
                  <a:pt x="78358" y="374079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1390615" y="1625371"/>
            <a:ext cx="2451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Morph Transition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234921"/>
            <a:ext cx="7086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Morph Transition -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ob'ektlar slaydlar o'rtasida silliq o'zgarishini ta'minlaydi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Bu juda professional va jozibador effekt yaratadi.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098292"/>
            <a:ext cx="6985000" cy="2235200"/>
          </a:xfrm>
          <a:custGeom>
            <a:avLst/>
            <a:gdLst/>
            <a:ahLst/>
            <a:cxnLst/>
            <a:rect l="l" t="t" r="r" b="b"/>
            <a:pathLst>
              <a:path w="6985000" h="2235200">
                <a:moveTo>
                  <a:pt x="101590" y="0"/>
                </a:moveTo>
                <a:lnTo>
                  <a:pt x="6883410" y="0"/>
                </a:lnTo>
                <a:cubicBezTo>
                  <a:pt x="6939517" y="0"/>
                  <a:pt x="6985000" y="45483"/>
                  <a:pt x="6985000" y="101590"/>
                </a:cubicBezTo>
                <a:lnTo>
                  <a:pt x="6985000" y="2133610"/>
                </a:lnTo>
                <a:cubicBezTo>
                  <a:pt x="6985000" y="2189717"/>
                  <a:pt x="6939517" y="2235200"/>
                  <a:pt x="6883410" y="2235200"/>
                </a:cubicBezTo>
                <a:lnTo>
                  <a:pt x="101590" y="2235200"/>
                </a:lnTo>
                <a:cubicBezTo>
                  <a:pt x="45483" y="2235200"/>
                  <a:pt x="0" y="2189717"/>
                  <a:pt x="0" y="21336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914365" y="3250660"/>
            <a:ext cx="678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Ishlash Tartibi: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365" y="365693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876265" y="3656936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0643" y="3656936"/>
            <a:ext cx="168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Asosiy slayd yaratish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365" y="406321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265" y="4063212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0643" y="4063212"/>
            <a:ext cx="242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Slaydni nusxa olish (Duplicate)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365" y="44694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265" y="4469488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0643" y="4469488"/>
            <a:ext cx="386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Duplikat slaydda ob'ektlarni ko'chirish/formatlash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365" y="487577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876265" y="4875771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0643" y="4875771"/>
            <a:ext cx="292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Transitions &gt; Morph tugmasini bosish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485228"/>
            <a:ext cx="6985000" cy="1231900"/>
          </a:xfrm>
          <a:custGeom>
            <a:avLst/>
            <a:gdLst/>
            <a:ahLst/>
            <a:cxnLst/>
            <a:rect l="l" t="t" r="r" b="b"/>
            <a:pathLst>
              <a:path w="6985000" h="1231900">
                <a:moveTo>
                  <a:pt x="101595" y="0"/>
                </a:moveTo>
                <a:lnTo>
                  <a:pt x="6883405" y="0"/>
                </a:lnTo>
                <a:cubicBezTo>
                  <a:pt x="6939514" y="0"/>
                  <a:pt x="6985000" y="45486"/>
                  <a:pt x="6985000" y="101595"/>
                </a:cubicBezTo>
                <a:lnTo>
                  <a:pt x="6985000" y="1130305"/>
                </a:lnTo>
                <a:cubicBezTo>
                  <a:pt x="6985000" y="1186414"/>
                  <a:pt x="6939514" y="1231900"/>
                  <a:pt x="6883405" y="1231900"/>
                </a:cubicBezTo>
                <a:lnTo>
                  <a:pt x="101595" y="1231900"/>
                </a:lnTo>
                <a:cubicBezTo>
                  <a:pt x="45486" y="1231900"/>
                  <a:pt x="0" y="1186414"/>
                  <a:pt x="0" y="11303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23" name="Text 21"/>
          <p:cNvSpPr/>
          <p:nvPr/>
        </p:nvSpPr>
        <p:spPr>
          <a:xfrm>
            <a:off x="914365" y="5637591"/>
            <a:ext cx="678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Effekt Variantlari: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866865" y="6060666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1274" y="-1240"/>
                </a:moveTo>
                <a:cubicBezTo>
                  <a:pt x="121096" y="-6896"/>
                  <a:pt x="133201" y="-6896"/>
                  <a:pt x="143024" y="-1240"/>
                </a:cubicBezTo>
                <a:lnTo>
                  <a:pt x="230287" y="49113"/>
                </a:lnTo>
                <a:cubicBezTo>
                  <a:pt x="240109" y="54769"/>
                  <a:pt x="246162" y="65286"/>
                  <a:pt x="246162" y="76597"/>
                </a:cubicBezTo>
                <a:lnTo>
                  <a:pt x="246162" y="177304"/>
                </a:lnTo>
                <a:cubicBezTo>
                  <a:pt x="246162" y="188664"/>
                  <a:pt x="240109" y="199132"/>
                  <a:pt x="230287" y="204787"/>
                </a:cubicBezTo>
                <a:lnTo>
                  <a:pt x="143024" y="255240"/>
                </a:lnTo>
                <a:cubicBezTo>
                  <a:pt x="133201" y="260896"/>
                  <a:pt x="121096" y="260896"/>
                  <a:pt x="111274" y="255240"/>
                </a:cubicBezTo>
                <a:lnTo>
                  <a:pt x="24061" y="204887"/>
                </a:lnTo>
                <a:cubicBezTo>
                  <a:pt x="14238" y="199231"/>
                  <a:pt x="8186" y="188714"/>
                  <a:pt x="8186" y="177403"/>
                </a:cubicBezTo>
                <a:lnTo>
                  <a:pt x="8186" y="76696"/>
                </a:lnTo>
                <a:cubicBezTo>
                  <a:pt x="8186" y="65336"/>
                  <a:pt x="14238" y="54868"/>
                  <a:pt x="24061" y="49213"/>
                </a:cubicBezTo>
                <a:lnTo>
                  <a:pt x="111274" y="-1240"/>
                </a:lnTo>
                <a:close/>
                <a:moveTo>
                  <a:pt x="214362" y="177354"/>
                </a:moveTo>
                <a:lnTo>
                  <a:pt x="214362" y="94952"/>
                </a:lnTo>
                <a:lnTo>
                  <a:pt x="143024" y="136128"/>
                </a:lnTo>
                <a:lnTo>
                  <a:pt x="143024" y="218529"/>
                </a:lnTo>
                <a:lnTo>
                  <a:pt x="214362" y="177354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5" name="Text 23"/>
          <p:cNvSpPr/>
          <p:nvPr/>
        </p:nvSpPr>
        <p:spPr>
          <a:xfrm>
            <a:off x="876265" y="6365391"/>
            <a:ext cx="2235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127413" y="6060666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41436" y="25152"/>
                </a:moveTo>
                <a:cubicBezTo>
                  <a:pt x="138857" y="19496"/>
                  <a:pt x="133201" y="15875"/>
                  <a:pt x="127000" y="15875"/>
                </a:cubicBezTo>
                <a:cubicBezTo>
                  <a:pt x="120799" y="15875"/>
                  <a:pt x="115143" y="19496"/>
                  <a:pt x="112564" y="25152"/>
                </a:cubicBezTo>
                <a:lnTo>
                  <a:pt x="29518" y="206375"/>
                </a:lnTo>
                <a:lnTo>
                  <a:pt x="23812" y="206375"/>
                </a:lnTo>
                <a:cubicBezTo>
                  <a:pt x="15032" y="206375"/>
                  <a:pt x="7938" y="213469"/>
                  <a:pt x="7938" y="222250"/>
                </a:cubicBezTo>
                <a:cubicBezTo>
                  <a:pt x="7938" y="231031"/>
                  <a:pt x="15032" y="238125"/>
                  <a:pt x="23812" y="238125"/>
                </a:cubicBezTo>
                <a:lnTo>
                  <a:pt x="67469" y="238125"/>
                </a:lnTo>
                <a:cubicBezTo>
                  <a:pt x="76250" y="238125"/>
                  <a:pt x="83344" y="231031"/>
                  <a:pt x="83344" y="222250"/>
                </a:cubicBezTo>
                <a:cubicBezTo>
                  <a:pt x="83344" y="213469"/>
                  <a:pt x="76250" y="206375"/>
                  <a:pt x="67469" y="206375"/>
                </a:cubicBezTo>
                <a:lnTo>
                  <a:pt x="64443" y="206375"/>
                </a:lnTo>
                <a:lnTo>
                  <a:pt x="75357" y="182563"/>
                </a:lnTo>
                <a:lnTo>
                  <a:pt x="178693" y="182563"/>
                </a:lnTo>
                <a:lnTo>
                  <a:pt x="189607" y="206375"/>
                </a:lnTo>
                <a:lnTo>
                  <a:pt x="186581" y="206375"/>
                </a:lnTo>
                <a:cubicBezTo>
                  <a:pt x="177800" y="206375"/>
                  <a:pt x="170706" y="213469"/>
                  <a:pt x="170706" y="222250"/>
                </a:cubicBezTo>
                <a:cubicBezTo>
                  <a:pt x="170706" y="231031"/>
                  <a:pt x="177800" y="238125"/>
                  <a:pt x="186581" y="238125"/>
                </a:cubicBezTo>
                <a:lnTo>
                  <a:pt x="230237" y="238125"/>
                </a:lnTo>
                <a:cubicBezTo>
                  <a:pt x="239018" y="238125"/>
                  <a:pt x="246112" y="231031"/>
                  <a:pt x="246112" y="222250"/>
                </a:cubicBezTo>
                <a:cubicBezTo>
                  <a:pt x="246112" y="213469"/>
                  <a:pt x="239018" y="206375"/>
                  <a:pt x="230237" y="206375"/>
                </a:cubicBezTo>
                <a:lnTo>
                  <a:pt x="224532" y="206375"/>
                </a:lnTo>
                <a:lnTo>
                  <a:pt x="141486" y="25152"/>
                </a:lnTo>
                <a:close/>
                <a:moveTo>
                  <a:pt x="164108" y="150813"/>
                </a:moveTo>
                <a:lnTo>
                  <a:pt x="89892" y="150813"/>
                </a:lnTo>
                <a:lnTo>
                  <a:pt x="127000" y="69850"/>
                </a:lnTo>
                <a:lnTo>
                  <a:pt x="164108" y="150813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7" name="Text 25"/>
          <p:cNvSpPr/>
          <p:nvPr/>
        </p:nvSpPr>
        <p:spPr>
          <a:xfrm>
            <a:off x="3136813" y="6365391"/>
            <a:ext cx="2235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88048" y="6060666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2693" y="113357"/>
                </a:moveTo>
                <a:cubicBezTo>
                  <a:pt x="39291" y="67221"/>
                  <a:pt x="79028" y="31750"/>
                  <a:pt x="127000" y="31750"/>
                </a:cubicBezTo>
                <a:cubicBezTo>
                  <a:pt x="153293" y="31750"/>
                  <a:pt x="177105" y="42416"/>
                  <a:pt x="194370" y="59630"/>
                </a:cubicBezTo>
                <a:cubicBezTo>
                  <a:pt x="194469" y="59730"/>
                  <a:pt x="194568" y="59829"/>
                  <a:pt x="194667" y="59928"/>
                </a:cubicBezTo>
                <a:lnTo>
                  <a:pt x="198438" y="63500"/>
                </a:lnTo>
                <a:lnTo>
                  <a:pt x="174675" y="63500"/>
                </a:lnTo>
                <a:cubicBezTo>
                  <a:pt x="165894" y="63500"/>
                  <a:pt x="158800" y="70594"/>
                  <a:pt x="158800" y="79375"/>
                </a:cubicBezTo>
                <a:cubicBezTo>
                  <a:pt x="158800" y="88156"/>
                  <a:pt x="165894" y="95250"/>
                  <a:pt x="174675" y="95250"/>
                </a:cubicBezTo>
                <a:lnTo>
                  <a:pt x="238175" y="95250"/>
                </a:lnTo>
                <a:cubicBezTo>
                  <a:pt x="246955" y="95250"/>
                  <a:pt x="254050" y="88156"/>
                  <a:pt x="254050" y="79375"/>
                </a:cubicBezTo>
                <a:lnTo>
                  <a:pt x="254050" y="15875"/>
                </a:lnTo>
                <a:cubicBezTo>
                  <a:pt x="254050" y="7094"/>
                  <a:pt x="246955" y="0"/>
                  <a:pt x="238175" y="0"/>
                </a:cubicBezTo>
                <a:cubicBezTo>
                  <a:pt x="229394" y="0"/>
                  <a:pt x="222300" y="7094"/>
                  <a:pt x="222300" y="15875"/>
                </a:cubicBezTo>
                <a:lnTo>
                  <a:pt x="222300" y="42366"/>
                </a:lnTo>
                <a:lnTo>
                  <a:pt x="216694" y="37058"/>
                </a:lnTo>
                <a:cubicBezTo>
                  <a:pt x="193725" y="14188"/>
                  <a:pt x="161975" y="0"/>
                  <a:pt x="127000" y="0"/>
                </a:cubicBezTo>
                <a:cubicBezTo>
                  <a:pt x="63004" y="0"/>
                  <a:pt x="10071" y="47327"/>
                  <a:pt x="1290" y="108893"/>
                </a:cubicBezTo>
                <a:cubicBezTo>
                  <a:pt x="50" y="117574"/>
                  <a:pt x="6052" y="125611"/>
                  <a:pt x="14734" y="126851"/>
                </a:cubicBezTo>
                <a:cubicBezTo>
                  <a:pt x="23416" y="128091"/>
                  <a:pt x="31452" y="122039"/>
                  <a:pt x="32693" y="113407"/>
                </a:cubicBezTo>
                <a:close/>
                <a:moveTo>
                  <a:pt x="252710" y="145107"/>
                </a:moveTo>
                <a:cubicBezTo>
                  <a:pt x="253950" y="136426"/>
                  <a:pt x="247898" y="128389"/>
                  <a:pt x="239266" y="127149"/>
                </a:cubicBezTo>
                <a:cubicBezTo>
                  <a:pt x="230634" y="125909"/>
                  <a:pt x="222548" y="131961"/>
                  <a:pt x="221307" y="140593"/>
                </a:cubicBezTo>
                <a:cubicBezTo>
                  <a:pt x="214709" y="186730"/>
                  <a:pt x="174972" y="222200"/>
                  <a:pt x="127000" y="222200"/>
                </a:cubicBezTo>
                <a:cubicBezTo>
                  <a:pt x="100707" y="222200"/>
                  <a:pt x="76895" y="211534"/>
                  <a:pt x="59630" y="194320"/>
                </a:cubicBezTo>
                <a:cubicBezTo>
                  <a:pt x="59531" y="194221"/>
                  <a:pt x="59432" y="194121"/>
                  <a:pt x="59333" y="194022"/>
                </a:cubicBezTo>
                <a:lnTo>
                  <a:pt x="55562" y="190450"/>
                </a:lnTo>
                <a:lnTo>
                  <a:pt x="79325" y="190450"/>
                </a:lnTo>
                <a:cubicBezTo>
                  <a:pt x="88106" y="190450"/>
                  <a:pt x="95200" y="183356"/>
                  <a:pt x="95200" y="174575"/>
                </a:cubicBezTo>
                <a:cubicBezTo>
                  <a:pt x="95200" y="165795"/>
                  <a:pt x="88106" y="158700"/>
                  <a:pt x="79325" y="158700"/>
                </a:cubicBezTo>
                <a:lnTo>
                  <a:pt x="15875" y="158750"/>
                </a:lnTo>
                <a:cubicBezTo>
                  <a:pt x="11658" y="158750"/>
                  <a:pt x="7590" y="160437"/>
                  <a:pt x="4614" y="163463"/>
                </a:cubicBezTo>
                <a:cubicBezTo>
                  <a:pt x="1637" y="166489"/>
                  <a:pt x="-50" y="170507"/>
                  <a:pt x="0" y="174774"/>
                </a:cubicBezTo>
                <a:lnTo>
                  <a:pt x="496" y="237778"/>
                </a:lnTo>
                <a:cubicBezTo>
                  <a:pt x="546" y="246559"/>
                  <a:pt x="7739" y="253603"/>
                  <a:pt x="16520" y="253504"/>
                </a:cubicBezTo>
                <a:cubicBezTo>
                  <a:pt x="25301" y="253405"/>
                  <a:pt x="32345" y="246261"/>
                  <a:pt x="32246" y="237480"/>
                </a:cubicBezTo>
                <a:lnTo>
                  <a:pt x="32048" y="211931"/>
                </a:lnTo>
                <a:lnTo>
                  <a:pt x="37356" y="216942"/>
                </a:lnTo>
                <a:cubicBezTo>
                  <a:pt x="60325" y="239812"/>
                  <a:pt x="92025" y="254000"/>
                  <a:pt x="127000" y="254000"/>
                </a:cubicBezTo>
                <a:cubicBezTo>
                  <a:pt x="190996" y="254000"/>
                  <a:pt x="243929" y="206673"/>
                  <a:pt x="252710" y="145107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9" name="Text 27"/>
          <p:cNvSpPr/>
          <p:nvPr/>
        </p:nvSpPr>
        <p:spPr>
          <a:xfrm>
            <a:off x="5397448" y="6365391"/>
            <a:ext cx="2235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6873218"/>
            <a:ext cx="6985000" cy="457200"/>
          </a:xfrm>
          <a:custGeom>
            <a:avLst/>
            <a:gdLst/>
            <a:ahLst/>
            <a:cxnLst/>
            <a:rect l="l" t="t" r="r" b="b"/>
            <a:pathLst>
              <a:path w="6985000" h="457200">
                <a:moveTo>
                  <a:pt x="101599" y="0"/>
                </a:moveTo>
                <a:lnTo>
                  <a:pt x="6883401" y="0"/>
                </a:lnTo>
                <a:cubicBezTo>
                  <a:pt x="6939513" y="0"/>
                  <a:pt x="6985000" y="45487"/>
                  <a:pt x="6985000" y="101599"/>
                </a:cubicBezTo>
                <a:lnTo>
                  <a:pt x="6985000" y="355601"/>
                </a:lnTo>
                <a:cubicBezTo>
                  <a:pt x="6985000" y="411713"/>
                  <a:pt x="6939513" y="457200"/>
                  <a:pt x="68834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69915" y="6974768"/>
            <a:ext cx="676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Mavjud: PowerPoint 2019+ va Microsoft 365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55001" y="1371371"/>
            <a:ext cx="7493000" cy="6210300"/>
          </a:xfrm>
          <a:custGeom>
            <a:avLst/>
            <a:gdLst/>
            <a:ahLst/>
            <a:cxnLst/>
            <a:rect l="l" t="t" r="r" b="b"/>
            <a:pathLst>
              <a:path w="7493000" h="6210300">
                <a:moveTo>
                  <a:pt x="203201" y="0"/>
                </a:moveTo>
                <a:lnTo>
                  <a:pt x="7289799" y="0"/>
                </a:lnTo>
                <a:cubicBezTo>
                  <a:pt x="7402024" y="0"/>
                  <a:pt x="7493000" y="90976"/>
                  <a:pt x="7493000" y="203201"/>
                </a:cubicBezTo>
                <a:lnTo>
                  <a:pt x="7493000" y="6007099"/>
                </a:lnTo>
                <a:cubicBezTo>
                  <a:pt x="7493000" y="6119324"/>
                  <a:pt x="7402024" y="6210300"/>
                  <a:pt x="7289799" y="6210300"/>
                </a:cubicBezTo>
                <a:lnTo>
                  <a:pt x="203201" y="6210300"/>
                </a:lnTo>
                <a:cubicBezTo>
                  <a:pt x="90976" y="6210300"/>
                  <a:pt x="0" y="6119324"/>
                  <a:pt x="0" y="6007099"/>
                </a:cubicBezTo>
                <a:lnTo>
                  <a:pt x="0" y="203201"/>
                </a:lnTo>
                <a:cubicBezTo>
                  <a:pt x="0" y="91051"/>
                  <a:pt x="91051" y="0"/>
                  <a:pt x="203201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33" name="Shape 31"/>
          <p:cNvSpPr/>
          <p:nvPr/>
        </p:nvSpPr>
        <p:spPr>
          <a:xfrm>
            <a:off x="8559801" y="16380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09563" y="154781"/>
                </a:moveTo>
                <a:cubicBezTo>
                  <a:pt x="309563" y="188937"/>
                  <a:pt x="298475" y="220489"/>
                  <a:pt x="279797" y="246087"/>
                </a:cubicBezTo>
                <a:lnTo>
                  <a:pt x="374005" y="340370"/>
                </a:lnTo>
                <a:cubicBezTo>
                  <a:pt x="383307" y="349672"/>
                  <a:pt x="383307" y="364778"/>
                  <a:pt x="374005" y="374079"/>
                </a:cubicBezTo>
                <a:cubicBezTo>
                  <a:pt x="364703" y="383381"/>
                  <a:pt x="349597" y="383381"/>
                  <a:pt x="340296" y="374079"/>
                </a:cubicBezTo>
                <a:lnTo>
                  <a:pt x="246087" y="279797"/>
                </a:lnTo>
                <a:cubicBezTo>
                  <a:pt x="220489" y="298475"/>
                  <a:pt x="188937" y="309563"/>
                  <a:pt x="154781" y="309563"/>
                </a:cubicBezTo>
                <a:cubicBezTo>
                  <a:pt x="69279" y="309563"/>
                  <a:pt x="0" y="240283"/>
                  <a:pt x="0" y="154781"/>
                </a:cubicBezTo>
                <a:cubicBezTo>
                  <a:pt x="0" y="69279"/>
                  <a:pt x="69279" y="0"/>
                  <a:pt x="154781" y="0"/>
                </a:cubicBezTo>
                <a:cubicBezTo>
                  <a:pt x="240283" y="0"/>
                  <a:pt x="309563" y="69279"/>
                  <a:pt x="309563" y="154781"/>
                </a:cubicBezTo>
                <a:close/>
                <a:moveTo>
                  <a:pt x="154781" y="83344"/>
                </a:moveTo>
                <a:cubicBezTo>
                  <a:pt x="144884" y="83344"/>
                  <a:pt x="136922" y="91306"/>
                  <a:pt x="136922" y="101203"/>
                </a:cubicBezTo>
                <a:lnTo>
                  <a:pt x="136922" y="136922"/>
                </a:lnTo>
                <a:lnTo>
                  <a:pt x="101203" y="136922"/>
                </a:lnTo>
                <a:cubicBezTo>
                  <a:pt x="91306" y="136922"/>
                  <a:pt x="83344" y="144884"/>
                  <a:pt x="83344" y="154781"/>
                </a:cubicBezTo>
                <a:cubicBezTo>
                  <a:pt x="83344" y="164678"/>
                  <a:pt x="91306" y="172641"/>
                  <a:pt x="101203" y="172641"/>
                </a:cubicBezTo>
                <a:lnTo>
                  <a:pt x="136922" y="172641"/>
                </a:lnTo>
                <a:lnTo>
                  <a:pt x="136922" y="208359"/>
                </a:lnTo>
                <a:cubicBezTo>
                  <a:pt x="136922" y="218256"/>
                  <a:pt x="144884" y="226219"/>
                  <a:pt x="154781" y="226219"/>
                </a:cubicBezTo>
                <a:cubicBezTo>
                  <a:pt x="164678" y="226219"/>
                  <a:pt x="172641" y="218256"/>
                  <a:pt x="172641" y="208359"/>
                </a:cubicBezTo>
                <a:lnTo>
                  <a:pt x="172641" y="172641"/>
                </a:lnTo>
                <a:lnTo>
                  <a:pt x="208359" y="172641"/>
                </a:lnTo>
                <a:cubicBezTo>
                  <a:pt x="218256" y="172641"/>
                  <a:pt x="226219" y="164678"/>
                  <a:pt x="226219" y="154781"/>
                </a:cubicBezTo>
                <a:cubicBezTo>
                  <a:pt x="226219" y="144884"/>
                  <a:pt x="218256" y="136922"/>
                  <a:pt x="208359" y="136922"/>
                </a:cubicBezTo>
                <a:lnTo>
                  <a:pt x="172641" y="136922"/>
                </a:lnTo>
                <a:lnTo>
                  <a:pt x="172641" y="101203"/>
                </a:lnTo>
                <a:cubicBezTo>
                  <a:pt x="172641" y="91306"/>
                  <a:pt x="164678" y="83344"/>
                  <a:pt x="154781" y="83344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4" name="Text 32"/>
          <p:cNvSpPr/>
          <p:nvPr/>
        </p:nvSpPr>
        <p:spPr>
          <a:xfrm>
            <a:off x="9137615" y="1625371"/>
            <a:ext cx="2984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Zoom for PowerPoint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09001" y="2234921"/>
            <a:ext cx="7086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Zoom for PowerPoint -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interaktiv slayd saralagich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bo'lib, uzun taqdimotlarda bo'limlar o'rtasida silliq navigatsiyani ta'minlaydi.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34191" y="3098292"/>
            <a:ext cx="6959390" cy="914400"/>
          </a:xfrm>
          <a:custGeom>
            <a:avLst/>
            <a:gdLst/>
            <a:ahLst/>
            <a:cxnLst/>
            <a:rect l="l" t="t" r="r" b="b"/>
            <a:pathLst>
              <a:path w="6959390" h="914400">
                <a:moveTo>
                  <a:pt x="50380" y="0"/>
                </a:moveTo>
                <a:lnTo>
                  <a:pt x="6857791" y="0"/>
                </a:lnTo>
                <a:cubicBezTo>
                  <a:pt x="6913903" y="0"/>
                  <a:pt x="6959390" y="45487"/>
                  <a:pt x="6959390" y="101599"/>
                </a:cubicBezTo>
                <a:lnTo>
                  <a:pt x="6959390" y="812801"/>
                </a:lnTo>
                <a:cubicBezTo>
                  <a:pt x="6959390" y="868913"/>
                  <a:pt x="6913903" y="914400"/>
                  <a:pt x="6857791" y="914400"/>
                </a:cubicBezTo>
                <a:lnTo>
                  <a:pt x="50380" y="914400"/>
                </a:lnTo>
                <a:cubicBezTo>
                  <a:pt x="22556" y="914400"/>
                  <a:pt x="0" y="891844"/>
                  <a:pt x="0" y="864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37" name="Shape 35"/>
          <p:cNvSpPr/>
          <p:nvPr/>
        </p:nvSpPr>
        <p:spPr>
          <a:xfrm>
            <a:off x="8534191" y="3098292"/>
            <a:ext cx="50380" cy="914400"/>
          </a:xfrm>
          <a:custGeom>
            <a:avLst/>
            <a:gdLst/>
            <a:ahLst/>
            <a:cxnLst/>
            <a:rect l="l" t="t" r="r" b="b"/>
            <a:pathLst>
              <a:path w="50380" h="914400">
                <a:moveTo>
                  <a:pt x="50380" y="0"/>
                </a:moveTo>
                <a:lnTo>
                  <a:pt x="50380" y="0"/>
                </a:lnTo>
                <a:lnTo>
                  <a:pt x="50380" y="914400"/>
                </a:lnTo>
                <a:lnTo>
                  <a:pt x="50380" y="914400"/>
                </a:lnTo>
                <a:cubicBezTo>
                  <a:pt x="22556" y="914400"/>
                  <a:pt x="0" y="891844"/>
                  <a:pt x="0" y="864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8" name="Shape 36"/>
          <p:cNvSpPr/>
          <p:nvPr/>
        </p:nvSpPr>
        <p:spPr>
          <a:xfrm>
            <a:off x="8737146" y="3301386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76200" y="25400"/>
                </a:moveTo>
                <a:cubicBezTo>
                  <a:pt x="76200" y="18375"/>
                  <a:pt x="81875" y="12700"/>
                  <a:pt x="88900" y="12700"/>
                </a:cubicBezTo>
                <a:lnTo>
                  <a:pt x="114300" y="12700"/>
                </a:lnTo>
                <a:cubicBezTo>
                  <a:pt x="121325" y="12700"/>
                  <a:pt x="127000" y="18375"/>
                  <a:pt x="127000" y="25400"/>
                </a:cubicBezTo>
                <a:lnTo>
                  <a:pt x="127000" y="50800"/>
                </a:lnTo>
                <a:cubicBezTo>
                  <a:pt x="127000" y="57825"/>
                  <a:pt x="121325" y="63500"/>
                  <a:pt x="114300" y="63500"/>
                </a:cubicBezTo>
                <a:lnTo>
                  <a:pt x="111125" y="63500"/>
                </a:lnTo>
                <a:lnTo>
                  <a:pt x="111125" y="88900"/>
                </a:lnTo>
                <a:lnTo>
                  <a:pt x="158750" y="88900"/>
                </a:lnTo>
                <a:cubicBezTo>
                  <a:pt x="174546" y="88900"/>
                  <a:pt x="187325" y="101679"/>
                  <a:pt x="187325" y="117475"/>
                </a:cubicBezTo>
                <a:lnTo>
                  <a:pt x="187325" y="139700"/>
                </a:lnTo>
                <a:lnTo>
                  <a:pt x="190500" y="139700"/>
                </a:lnTo>
                <a:cubicBezTo>
                  <a:pt x="197525" y="139700"/>
                  <a:pt x="203200" y="145375"/>
                  <a:pt x="203200" y="152400"/>
                </a:cubicBezTo>
                <a:lnTo>
                  <a:pt x="203200" y="177800"/>
                </a:lnTo>
                <a:cubicBezTo>
                  <a:pt x="203200" y="184825"/>
                  <a:pt x="197525" y="190500"/>
                  <a:pt x="190500" y="190500"/>
                </a:cubicBezTo>
                <a:lnTo>
                  <a:pt x="165100" y="190500"/>
                </a:lnTo>
                <a:cubicBezTo>
                  <a:pt x="158075" y="190500"/>
                  <a:pt x="152400" y="184825"/>
                  <a:pt x="152400" y="177800"/>
                </a:cubicBezTo>
                <a:lnTo>
                  <a:pt x="152400" y="152400"/>
                </a:lnTo>
                <a:cubicBezTo>
                  <a:pt x="152400" y="145375"/>
                  <a:pt x="158075" y="139700"/>
                  <a:pt x="165100" y="139700"/>
                </a:cubicBezTo>
                <a:lnTo>
                  <a:pt x="168275" y="139700"/>
                </a:lnTo>
                <a:lnTo>
                  <a:pt x="168275" y="117475"/>
                </a:lnTo>
                <a:cubicBezTo>
                  <a:pt x="168275" y="112197"/>
                  <a:pt x="164028" y="107950"/>
                  <a:pt x="158750" y="107950"/>
                </a:cubicBezTo>
                <a:lnTo>
                  <a:pt x="111125" y="107950"/>
                </a:lnTo>
                <a:lnTo>
                  <a:pt x="111125" y="139700"/>
                </a:lnTo>
                <a:lnTo>
                  <a:pt x="114300" y="139700"/>
                </a:lnTo>
                <a:cubicBezTo>
                  <a:pt x="121325" y="139700"/>
                  <a:pt x="127000" y="145375"/>
                  <a:pt x="127000" y="152400"/>
                </a:cubicBezTo>
                <a:lnTo>
                  <a:pt x="127000" y="177800"/>
                </a:lnTo>
                <a:cubicBezTo>
                  <a:pt x="127000" y="184825"/>
                  <a:pt x="121325" y="190500"/>
                  <a:pt x="114300" y="190500"/>
                </a:cubicBezTo>
                <a:lnTo>
                  <a:pt x="88900" y="190500"/>
                </a:lnTo>
                <a:cubicBezTo>
                  <a:pt x="81875" y="190500"/>
                  <a:pt x="76200" y="184825"/>
                  <a:pt x="76200" y="177800"/>
                </a:cubicBezTo>
                <a:lnTo>
                  <a:pt x="76200" y="152400"/>
                </a:lnTo>
                <a:cubicBezTo>
                  <a:pt x="76200" y="145375"/>
                  <a:pt x="81875" y="139700"/>
                  <a:pt x="88900" y="139700"/>
                </a:cubicBezTo>
                <a:lnTo>
                  <a:pt x="92075" y="139700"/>
                </a:lnTo>
                <a:lnTo>
                  <a:pt x="92075" y="107950"/>
                </a:lnTo>
                <a:lnTo>
                  <a:pt x="44450" y="107950"/>
                </a:lnTo>
                <a:cubicBezTo>
                  <a:pt x="39172" y="107950"/>
                  <a:pt x="34925" y="112197"/>
                  <a:pt x="34925" y="117475"/>
                </a:cubicBezTo>
                <a:lnTo>
                  <a:pt x="34925" y="139700"/>
                </a:lnTo>
                <a:lnTo>
                  <a:pt x="38100" y="139700"/>
                </a:lnTo>
                <a:cubicBezTo>
                  <a:pt x="45125" y="139700"/>
                  <a:pt x="50800" y="145375"/>
                  <a:pt x="50800" y="152400"/>
                </a:cubicBezTo>
                <a:lnTo>
                  <a:pt x="50800" y="177800"/>
                </a:lnTo>
                <a:cubicBezTo>
                  <a:pt x="50800" y="184825"/>
                  <a:pt x="45125" y="190500"/>
                  <a:pt x="38100" y="190500"/>
                </a:cubicBezTo>
                <a:lnTo>
                  <a:pt x="12700" y="190500"/>
                </a:lnTo>
                <a:cubicBezTo>
                  <a:pt x="5675" y="190500"/>
                  <a:pt x="0" y="184825"/>
                  <a:pt x="0" y="177800"/>
                </a:cubicBezTo>
                <a:lnTo>
                  <a:pt x="0" y="152400"/>
                </a:lnTo>
                <a:cubicBezTo>
                  <a:pt x="0" y="145375"/>
                  <a:pt x="5675" y="139700"/>
                  <a:pt x="12700" y="139700"/>
                </a:cubicBezTo>
                <a:lnTo>
                  <a:pt x="15875" y="139700"/>
                </a:lnTo>
                <a:lnTo>
                  <a:pt x="15875" y="117475"/>
                </a:lnTo>
                <a:cubicBezTo>
                  <a:pt x="15875" y="101679"/>
                  <a:pt x="28654" y="88900"/>
                  <a:pt x="44450" y="88900"/>
                </a:cubicBezTo>
                <a:lnTo>
                  <a:pt x="92075" y="88900"/>
                </a:lnTo>
                <a:lnTo>
                  <a:pt x="92075" y="63500"/>
                </a:lnTo>
                <a:lnTo>
                  <a:pt x="88900" y="63500"/>
                </a:lnTo>
                <a:cubicBezTo>
                  <a:pt x="81875" y="63500"/>
                  <a:pt x="76200" y="57825"/>
                  <a:pt x="76200" y="50800"/>
                </a:cubicBezTo>
                <a:lnTo>
                  <a:pt x="76200" y="2540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9" name="Text 37"/>
          <p:cNvSpPr/>
          <p:nvPr/>
        </p:nvSpPr>
        <p:spPr>
          <a:xfrm>
            <a:off x="9067293" y="325066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 Zoom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711746" y="3606118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Taqdimotning umumiy ko'rinishi - barcha bo'limlarni bitta slaydda ko'rsatish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534191" y="4164850"/>
            <a:ext cx="6959390" cy="914400"/>
          </a:xfrm>
          <a:custGeom>
            <a:avLst/>
            <a:gdLst/>
            <a:ahLst/>
            <a:cxnLst/>
            <a:rect l="l" t="t" r="r" b="b"/>
            <a:pathLst>
              <a:path w="6959390" h="914400">
                <a:moveTo>
                  <a:pt x="50380" y="0"/>
                </a:moveTo>
                <a:lnTo>
                  <a:pt x="6857791" y="0"/>
                </a:lnTo>
                <a:cubicBezTo>
                  <a:pt x="6913903" y="0"/>
                  <a:pt x="6959390" y="45487"/>
                  <a:pt x="6959390" y="101599"/>
                </a:cubicBezTo>
                <a:lnTo>
                  <a:pt x="6959390" y="812801"/>
                </a:lnTo>
                <a:cubicBezTo>
                  <a:pt x="6959390" y="868913"/>
                  <a:pt x="6913903" y="914400"/>
                  <a:pt x="6857791" y="914400"/>
                </a:cubicBezTo>
                <a:lnTo>
                  <a:pt x="50380" y="914400"/>
                </a:lnTo>
                <a:cubicBezTo>
                  <a:pt x="22556" y="914400"/>
                  <a:pt x="0" y="891844"/>
                  <a:pt x="0" y="864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42" name="Shape 40"/>
          <p:cNvSpPr/>
          <p:nvPr/>
        </p:nvSpPr>
        <p:spPr>
          <a:xfrm>
            <a:off x="8534191" y="4164850"/>
            <a:ext cx="50380" cy="914400"/>
          </a:xfrm>
          <a:custGeom>
            <a:avLst/>
            <a:gdLst/>
            <a:ahLst/>
            <a:cxnLst/>
            <a:rect l="l" t="t" r="r" b="b"/>
            <a:pathLst>
              <a:path w="50380" h="914400">
                <a:moveTo>
                  <a:pt x="50380" y="0"/>
                </a:moveTo>
                <a:lnTo>
                  <a:pt x="50380" y="0"/>
                </a:lnTo>
                <a:lnTo>
                  <a:pt x="50380" y="914400"/>
                </a:lnTo>
                <a:lnTo>
                  <a:pt x="50380" y="914400"/>
                </a:lnTo>
                <a:cubicBezTo>
                  <a:pt x="22556" y="914400"/>
                  <a:pt x="0" y="891844"/>
                  <a:pt x="0" y="864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43" name="Shape 41"/>
          <p:cNvSpPr/>
          <p:nvPr/>
        </p:nvSpPr>
        <p:spPr>
          <a:xfrm>
            <a:off x="8787946" y="4367944"/>
            <a:ext cx="101600" cy="203200"/>
          </a:xfrm>
          <a:custGeom>
            <a:avLst/>
            <a:gdLst/>
            <a:ahLst/>
            <a:cxnLst/>
            <a:rect l="l" t="t" r="r" b="b"/>
            <a:pathLst>
              <a:path w="101600" h="203200">
                <a:moveTo>
                  <a:pt x="43656" y="0"/>
                </a:moveTo>
                <a:cubicBezTo>
                  <a:pt x="19526" y="0"/>
                  <a:pt x="0" y="19526"/>
                  <a:pt x="0" y="43656"/>
                </a:cubicBezTo>
                <a:cubicBezTo>
                  <a:pt x="0" y="53062"/>
                  <a:pt x="3016" y="61833"/>
                  <a:pt x="8136" y="69056"/>
                </a:cubicBezTo>
                <a:cubicBezTo>
                  <a:pt x="3016" y="76200"/>
                  <a:pt x="0" y="84971"/>
                  <a:pt x="0" y="94456"/>
                </a:cubicBezTo>
                <a:cubicBezTo>
                  <a:pt x="0" y="115768"/>
                  <a:pt x="15438" y="133985"/>
                  <a:pt x="36473" y="137478"/>
                </a:cubicBezTo>
                <a:lnTo>
                  <a:pt x="60960" y="141565"/>
                </a:lnTo>
                <a:cubicBezTo>
                  <a:pt x="69771" y="143034"/>
                  <a:pt x="76200" y="150654"/>
                  <a:pt x="76200" y="159544"/>
                </a:cubicBezTo>
                <a:cubicBezTo>
                  <a:pt x="76200" y="169624"/>
                  <a:pt x="68024" y="177800"/>
                  <a:pt x="57944" y="177800"/>
                </a:cubicBezTo>
                <a:lnTo>
                  <a:pt x="19050" y="177800"/>
                </a:lnTo>
                <a:cubicBezTo>
                  <a:pt x="12025" y="177800"/>
                  <a:pt x="6350" y="183475"/>
                  <a:pt x="6350" y="190500"/>
                </a:cubicBezTo>
                <a:cubicBezTo>
                  <a:pt x="6350" y="197525"/>
                  <a:pt x="12025" y="203200"/>
                  <a:pt x="19050" y="203200"/>
                </a:cubicBezTo>
                <a:lnTo>
                  <a:pt x="57944" y="203200"/>
                </a:lnTo>
                <a:cubicBezTo>
                  <a:pt x="82034" y="203200"/>
                  <a:pt x="101600" y="183674"/>
                  <a:pt x="101600" y="159544"/>
                </a:cubicBezTo>
                <a:cubicBezTo>
                  <a:pt x="101600" y="150138"/>
                  <a:pt x="98584" y="141327"/>
                  <a:pt x="93464" y="134144"/>
                </a:cubicBezTo>
                <a:cubicBezTo>
                  <a:pt x="98584" y="127000"/>
                  <a:pt x="101600" y="118229"/>
                  <a:pt x="101600" y="108744"/>
                </a:cubicBezTo>
                <a:cubicBezTo>
                  <a:pt x="101600" y="87392"/>
                  <a:pt x="86162" y="69215"/>
                  <a:pt x="65127" y="65683"/>
                </a:cubicBezTo>
                <a:lnTo>
                  <a:pt x="40640" y="61595"/>
                </a:lnTo>
                <a:cubicBezTo>
                  <a:pt x="31829" y="60166"/>
                  <a:pt x="25400" y="52546"/>
                  <a:pt x="25400" y="43656"/>
                </a:cubicBezTo>
                <a:cubicBezTo>
                  <a:pt x="25400" y="33576"/>
                  <a:pt x="33576" y="25400"/>
                  <a:pt x="43656" y="25400"/>
                </a:cubicBezTo>
                <a:lnTo>
                  <a:pt x="82550" y="25400"/>
                </a:lnTo>
                <a:cubicBezTo>
                  <a:pt x="89575" y="25400"/>
                  <a:pt x="95250" y="19725"/>
                  <a:pt x="95250" y="12700"/>
                </a:cubicBezTo>
                <a:cubicBezTo>
                  <a:pt x="95250" y="5675"/>
                  <a:pt x="89575" y="0"/>
                  <a:pt x="82550" y="0"/>
                </a:cubicBezTo>
                <a:lnTo>
                  <a:pt x="43656" y="0"/>
                </a:lnTo>
                <a:close/>
                <a:moveTo>
                  <a:pt x="73303" y="118705"/>
                </a:moveTo>
                <a:cubicBezTo>
                  <a:pt x="70723" y="117753"/>
                  <a:pt x="67985" y="116999"/>
                  <a:pt x="65167" y="116523"/>
                </a:cubicBezTo>
                <a:lnTo>
                  <a:pt x="40680" y="112435"/>
                </a:lnTo>
                <a:cubicBezTo>
                  <a:pt x="31869" y="110966"/>
                  <a:pt x="25440" y="103346"/>
                  <a:pt x="25440" y="94456"/>
                </a:cubicBezTo>
                <a:cubicBezTo>
                  <a:pt x="25440" y="90805"/>
                  <a:pt x="26511" y="87392"/>
                  <a:pt x="28377" y="84534"/>
                </a:cubicBezTo>
                <a:cubicBezTo>
                  <a:pt x="30956" y="85487"/>
                  <a:pt x="33695" y="86241"/>
                  <a:pt x="36513" y="86717"/>
                </a:cubicBezTo>
                <a:lnTo>
                  <a:pt x="61000" y="90805"/>
                </a:lnTo>
                <a:cubicBezTo>
                  <a:pt x="69810" y="92273"/>
                  <a:pt x="76240" y="99893"/>
                  <a:pt x="76240" y="108783"/>
                </a:cubicBezTo>
                <a:cubicBezTo>
                  <a:pt x="76240" y="112435"/>
                  <a:pt x="75168" y="115848"/>
                  <a:pt x="73303" y="118705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44" name="Text 42"/>
          <p:cNvSpPr/>
          <p:nvPr/>
        </p:nvSpPr>
        <p:spPr>
          <a:xfrm>
            <a:off x="9067293" y="4317212"/>
            <a:ext cx="1346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Zoom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711746" y="4672670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Alohida bo'limga tezkor o'tish - taqdimotni bo'limlarga bo'lish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534191" y="5231402"/>
            <a:ext cx="6959390" cy="914400"/>
          </a:xfrm>
          <a:custGeom>
            <a:avLst/>
            <a:gdLst/>
            <a:ahLst/>
            <a:cxnLst/>
            <a:rect l="l" t="t" r="r" b="b"/>
            <a:pathLst>
              <a:path w="6959390" h="914400">
                <a:moveTo>
                  <a:pt x="50380" y="0"/>
                </a:moveTo>
                <a:lnTo>
                  <a:pt x="6857791" y="0"/>
                </a:lnTo>
                <a:cubicBezTo>
                  <a:pt x="6913903" y="0"/>
                  <a:pt x="6959390" y="45487"/>
                  <a:pt x="6959390" y="101599"/>
                </a:cubicBezTo>
                <a:lnTo>
                  <a:pt x="6959390" y="812801"/>
                </a:lnTo>
                <a:cubicBezTo>
                  <a:pt x="6959390" y="868913"/>
                  <a:pt x="6913903" y="914400"/>
                  <a:pt x="6857791" y="914400"/>
                </a:cubicBezTo>
                <a:lnTo>
                  <a:pt x="50380" y="914400"/>
                </a:lnTo>
                <a:cubicBezTo>
                  <a:pt x="22556" y="914400"/>
                  <a:pt x="0" y="891844"/>
                  <a:pt x="0" y="864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47" name="Shape 45"/>
          <p:cNvSpPr/>
          <p:nvPr/>
        </p:nvSpPr>
        <p:spPr>
          <a:xfrm>
            <a:off x="8534191" y="5231402"/>
            <a:ext cx="50380" cy="914400"/>
          </a:xfrm>
          <a:custGeom>
            <a:avLst/>
            <a:gdLst/>
            <a:ahLst/>
            <a:cxnLst/>
            <a:rect l="l" t="t" r="r" b="b"/>
            <a:pathLst>
              <a:path w="50380" h="914400">
                <a:moveTo>
                  <a:pt x="50380" y="0"/>
                </a:moveTo>
                <a:lnTo>
                  <a:pt x="50380" y="0"/>
                </a:lnTo>
                <a:lnTo>
                  <a:pt x="50380" y="914400"/>
                </a:lnTo>
                <a:lnTo>
                  <a:pt x="50380" y="914400"/>
                </a:lnTo>
                <a:cubicBezTo>
                  <a:pt x="22556" y="914400"/>
                  <a:pt x="0" y="891844"/>
                  <a:pt x="0" y="864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48" name="Shape 46"/>
          <p:cNvSpPr/>
          <p:nvPr/>
        </p:nvSpPr>
        <p:spPr>
          <a:xfrm>
            <a:off x="8762546" y="5434496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0" y="25400"/>
                </a:moveTo>
                <a:cubicBezTo>
                  <a:pt x="0" y="11390"/>
                  <a:pt x="11390" y="0"/>
                  <a:pt x="25400" y="0"/>
                </a:cubicBezTo>
                <a:lnTo>
                  <a:pt x="84733" y="0"/>
                </a:lnTo>
                <a:cubicBezTo>
                  <a:pt x="91480" y="0"/>
                  <a:pt x="97949" y="2659"/>
                  <a:pt x="102711" y="7422"/>
                </a:cubicBezTo>
                <a:lnTo>
                  <a:pt x="144978" y="49728"/>
                </a:lnTo>
                <a:cubicBezTo>
                  <a:pt x="149741" y="54491"/>
                  <a:pt x="152400" y="60960"/>
                  <a:pt x="152400" y="67707"/>
                </a:cubicBezTo>
                <a:lnTo>
                  <a:pt x="152400" y="177800"/>
                </a:lnTo>
                <a:cubicBezTo>
                  <a:pt x="152400" y="191810"/>
                  <a:pt x="141010" y="203200"/>
                  <a:pt x="127000" y="203200"/>
                </a:cubicBezTo>
                <a:lnTo>
                  <a:pt x="25400" y="203200"/>
                </a:lnTo>
                <a:cubicBezTo>
                  <a:pt x="11390" y="203200"/>
                  <a:pt x="0" y="191810"/>
                  <a:pt x="0" y="177800"/>
                </a:cubicBezTo>
                <a:lnTo>
                  <a:pt x="0" y="25400"/>
                </a:lnTo>
                <a:close/>
                <a:moveTo>
                  <a:pt x="82550" y="23217"/>
                </a:moveTo>
                <a:lnTo>
                  <a:pt x="82550" y="60325"/>
                </a:lnTo>
                <a:cubicBezTo>
                  <a:pt x="82550" y="65603"/>
                  <a:pt x="86797" y="69850"/>
                  <a:pt x="92075" y="69850"/>
                </a:cubicBezTo>
                <a:lnTo>
                  <a:pt x="129183" y="69850"/>
                </a:lnTo>
                <a:lnTo>
                  <a:pt x="82550" y="23217"/>
                </a:lnTo>
                <a:close/>
                <a:moveTo>
                  <a:pt x="60325" y="101600"/>
                </a:moveTo>
                <a:cubicBezTo>
                  <a:pt x="55047" y="101600"/>
                  <a:pt x="50800" y="105847"/>
                  <a:pt x="50800" y="111125"/>
                </a:cubicBezTo>
                <a:lnTo>
                  <a:pt x="50800" y="168275"/>
                </a:lnTo>
                <a:cubicBezTo>
                  <a:pt x="50800" y="173553"/>
                  <a:pt x="55047" y="177800"/>
                  <a:pt x="60325" y="177800"/>
                </a:cubicBezTo>
                <a:cubicBezTo>
                  <a:pt x="65603" y="177800"/>
                  <a:pt x="69850" y="173553"/>
                  <a:pt x="69850" y="168275"/>
                </a:cubicBezTo>
                <a:lnTo>
                  <a:pt x="69850" y="158750"/>
                </a:lnTo>
                <a:lnTo>
                  <a:pt x="79375" y="158750"/>
                </a:lnTo>
                <a:cubicBezTo>
                  <a:pt x="95171" y="158750"/>
                  <a:pt x="107950" y="145971"/>
                  <a:pt x="107950" y="130175"/>
                </a:cubicBezTo>
                <a:cubicBezTo>
                  <a:pt x="107950" y="114379"/>
                  <a:pt x="95171" y="101600"/>
                  <a:pt x="79375" y="101600"/>
                </a:cubicBezTo>
                <a:lnTo>
                  <a:pt x="60325" y="101600"/>
                </a:lnTo>
                <a:close/>
                <a:moveTo>
                  <a:pt x="79375" y="139700"/>
                </a:moveTo>
                <a:lnTo>
                  <a:pt x="69850" y="139700"/>
                </a:lnTo>
                <a:lnTo>
                  <a:pt x="69850" y="120650"/>
                </a:lnTo>
                <a:lnTo>
                  <a:pt x="79375" y="120650"/>
                </a:lnTo>
                <a:cubicBezTo>
                  <a:pt x="84653" y="120650"/>
                  <a:pt x="88900" y="124897"/>
                  <a:pt x="88900" y="130175"/>
                </a:cubicBezTo>
                <a:cubicBezTo>
                  <a:pt x="88900" y="135453"/>
                  <a:pt x="84653" y="139700"/>
                  <a:pt x="79375" y="13970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49" name="Text 47"/>
          <p:cNvSpPr/>
          <p:nvPr/>
        </p:nvSpPr>
        <p:spPr>
          <a:xfrm>
            <a:off x="9067293" y="5383771"/>
            <a:ext cx="110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Slide Zoom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711746" y="5739228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Alohida slaydga o'tish - bir slayddan boshqasiga silliq o'tish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534191" y="6771587"/>
            <a:ext cx="6959390" cy="558800"/>
          </a:xfrm>
          <a:custGeom>
            <a:avLst/>
            <a:gdLst/>
            <a:ahLst/>
            <a:cxnLst/>
            <a:rect l="l" t="t" r="r" b="b"/>
            <a:pathLst>
              <a:path w="6959390" h="558800">
                <a:moveTo>
                  <a:pt x="50380" y="0"/>
                </a:moveTo>
                <a:lnTo>
                  <a:pt x="6857789" y="0"/>
                </a:lnTo>
                <a:cubicBezTo>
                  <a:pt x="6913902" y="0"/>
                  <a:pt x="6959390" y="45488"/>
                  <a:pt x="6959390" y="101601"/>
                </a:cubicBezTo>
                <a:lnTo>
                  <a:pt x="6959390" y="457199"/>
                </a:lnTo>
                <a:cubicBezTo>
                  <a:pt x="6959390" y="513312"/>
                  <a:pt x="6913902" y="558800"/>
                  <a:pt x="6857789" y="558800"/>
                </a:cubicBezTo>
                <a:lnTo>
                  <a:pt x="50380" y="558800"/>
                </a:lnTo>
                <a:cubicBezTo>
                  <a:pt x="22556" y="558800"/>
                  <a:pt x="0" y="536244"/>
                  <a:pt x="0" y="5084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gradFill rotWithShape="1" flip="none">
            <a:gsLst>
              <a:gs pos="0">
                <a:srgbClr val="E94560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2" name="Shape 50"/>
          <p:cNvSpPr/>
          <p:nvPr/>
        </p:nvSpPr>
        <p:spPr>
          <a:xfrm>
            <a:off x="8534191" y="6771587"/>
            <a:ext cx="50380" cy="558800"/>
          </a:xfrm>
          <a:custGeom>
            <a:avLst/>
            <a:gdLst/>
            <a:ahLst/>
            <a:cxnLst/>
            <a:rect l="l" t="t" r="r" b="b"/>
            <a:pathLst>
              <a:path w="50380" h="558800">
                <a:moveTo>
                  <a:pt x="50380" y="0"/>
                </a:moveTo>
                <a:lnTo>
                  <a:pt x="50380" y="0"/>
                </a:lnTo>
                <a:lnTo>
                  <a:pt x="50380" y="558800"/>
                </a:lnTo>
                <a:lnTo>
                  <a:pt x="50380" y="558800"/>
                </a:lnTo>
                <a:cubicBezTo>
                  <a:pt x="22556" y="558800"/>
                  <a:pt x="0" y="536244"/>
                  <a:pt x="0" y="5084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53" name="Shape 51"/>
          <p:cNvSpPr/>
          <p:nvPr/>
        </p:nvSpPr>
        <p:spPr>
          <a:xfrm>
            <a:off x="8759371" y="6951935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101714" y="133350"/>
                </a:moveTo>
                <a:cubicBezTo>
                  <a:pt x="104249" y="125606"/>
                  <a:pt x="109319" y="118591"/>
                  <a:pt x="115049" y="112549"/>
                </a:cubicBezTo>
                <a:cubicBezTo>
                  <a:pt x="126405" y="100603"/>
                  <a:pt x="133350" y="84455"/>
                  <a:pt x="133350" y="66675"/>
                </a:cubicBezTo>
                <a:cubicBezTo>
                  <a:pt x="133350" y="29865"/>
                  <a:pt x="103485" y="0"/>
                  <a:pt x="66675" y="0"/>
                </a:cubicBezTo>
                <a:cubicBezTo>
                  <a:pt x="29865" y="0"/>
                  <a:pt x="0" y="29865"/>
                  <a:pt x="0" y="66675"/>
                </a:cubicBezTo>
                <a:cubicBezTo>
                  <a:pt x="0" y="84455"/>
                  <a:pt x="6945" y="100603"/>
                  <a:pt x="18301" y="112549"/>
                </a:cubicBezTo>
                <a:cubicBezTo>
                  <a:pt x="24031" y="118591"/>
                  <a:pt x="29136" y="125606"/>
                  <a:pt x="31636" y="133350"/>
                </a:cubicBezTo>
                <a:lnTo>
                  <a:pt x="101679" y="133350"/>
                </a:lnTo>
                <a:close/>
                <a:moveTo>
                  <a:pt x="100013" y="150019"/>
                </a:moveTo>
                <a:lnTo>
                  <a:pt x="33337" y="150019"/>
                </a:lnTo>
                <a:lnTo>
                  <a:pt x="33337" y="155575"/>
                </a:lnTo>
                <a:cubicBezTo>
                  <a:pt x="33337" y="170924"/>
                  <a:pt x="45770" y="183356"/>
                  <a:pt x="61119" y="183356"/>
                </a:cubicBezTo>
                <a:lnTo>
                  <a:pt x="72231" y="183356"/>
                </a:lnTo>
                <a:cubicBezTo>
                  <a:pt x="87580" y="183356"/>
                  <a:pt x="100013" y="170924"/>
                  <a:pt x="100013" y="155575"/>
                </a:cubicBezTo>
                <a:lnTo>
                  <a:pt x="100013" y="150019"/>
                </a:lnTo>
                <a:close/>
                <a:moveTo>
                  <a:pt x="63897" y="38894"/>
                </a:moveTo>
                <a:cubicBezTo>
                  <a:pt x="50076" y="38894"/>
                  <a:pt x="38894" y="50076"/>
                  <a:pt x="38894" y="63897"/>
                </a:cubicBezTo>
                <a:cubicBezTo>
                  <a:pt x="38894" y="68516"/>
                  <a:pt x="35178" y="72231"/>
                  <a:pt x="30559" y="72231"/>
                </a:cubicBezTo>
                <a:cubicBezTo>
                  <a:pt x="25941" y="72231"/>
                  <a:pt x="22225" y="68516"/>
                  <a:pt x="22225" y="63897"/>
                </a:cubicBezTo>
                <a:cubicBezTo>
                  <a:pt x="22225" y="40873"/>
                  <a:pt x="40873" y="22225"/>
                  <a:pt x="63897" y="22225"/>
                </a:cubicBezTo>
                <a:cubicBezTo>
                  <a:pt x="68516" y="22225"/>
                  <a:pt x="72231" y="25941"/>
                  <a:pt x="72231" y="30559"/>
                </a:cubicBezTo>
                <a:cubicBezTo>
                  <a:pt x="72231" y="35178"/>
                  <a:pt x="68516" y="38894"/>
                  <a:pt x="63897" y="38894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54" name="Text 52"/>
          <p:cNvSpPr/>
          <p:nvPr/>
        </p:nvSpPr>
        <p:spPr>
          <a:xfrm>
            <a:off x="9041946" y="6923949"/>
            <a:ext cx="638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Maslahat: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Zoom funktsiyasi 2019 va keyingi versiyalarda mavjud.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08000" y="7812684"/>
            <a:ext cx="4978400" cy="1244390"/>
          </a:xfrm>
          <a:custGeom>
            <a:avLst/>
            <a:gdLst/>
            <a:ahLst/>
            <a:cxnLst/>
            <a:rect l="l" t="t" r="r" b="b"/>
            <a:pathLst>
              <a:path w="4978400" h="1244390">
                <a:moveTo>
                  <a:pt x="50380" y="0"/>
                </a:moveTo>
                <a:lnTo>
                  <a:pt x="4928020" y="0"/>
                </a:lnTo>
                <a:cubicBezTo>
                  <a:pt x="4955844" y="0"/>
                  <a:pt x="4978400" y="22556"/>
                  <a:pt x="4978400" y="50380"/>
                </a:cubicBezTo>
                <a:lnTo>
                  <a:pt x="4978400" y="1142786"/>
                </a:lnTo>
                <a:cubicBezTo>
                  <a:pt x="4978400" y="1198900"/>
                  <a:pt x="4932910" y="1244390"/>
                  <a:pt x="4876796" y="1244390"/>
                </a:cubicBezTo>
                <a:lnTo>
                  <a:pt x="101604" y="1244390"/>
                </a:lnTo>
                <a:cubicBezTo>
                  <a:pt x="45490" y="1244390"/>
                  <a:pt x="0" y="1198900"/>
                  <a:pt x="0" y="1142786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56" name="Shape 54"/>
          <p:cNvSpPr/>
          <p:nvPr/>
        </p:nvSpPr>
        <p:spPr>
          <a:xfrm>
            <a:off x="508000" y="7812684"/>
            <a:ext cx="4978400" cy="50380"/>
          </a:xfrm>
          <a:custGeom>
            <a:avLst/>
            <a:gdLst/>
            <a:ahLst/>
            <a:cxnLst/>
            <a:rect l="l" t="t" r="r" b="b"/>
            <a:pathLst>
              <a:path w="4978400" h="50380">
                <a:moveTo>
                  <a:pt x="50380" y="0"/>
                </a:moveTo>
                <a:lnTo>
                  <a:pt x="4928020" y="0"/>
                </a:lnTo>
                <a:cubicBezTo>
                  <a:pt x="4955844" y="0"/>
                  <a:pt x="4978400" y="22556"/>
                  <a:pt x="4978400" y="50380"/>
                </a:cubicBezTo>
                <a:lnTo>
                  <a:pt x="4978400" y="50380"/>
                </a:lnTo>
                <a:lnTo>
                  <a:pt x="0" y="50380"/>
                </a:ln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44783" y="79902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7232" y="7263"/>
                </a:moveTo>
                <a:lnTo>
                  <a:pt x="184725" y="59769"/>
                </a:lnTo>
                <a:lnTo>
                  <a:pt x="245031" y="120075"/>
                </a:lnTo>
                <a:lnTo>
                  <a:pt x="297537" y="67568"/>
                </a:lnTo>
                <a:cubicBezTo>
                  <a:pt x="302181" y="62865"/>
                  <a:pt x="304800" y="56555"/>
                  <a:pt x="304800" y="50006"/>
                </a:cubicBezTo>
                <a:cubicBezTo>
                  <a:pt x="304800" y="43458"/>
                  <a:pt x="302181" y="37148"/>
                  <a:pt x="297537" y="32445"/>
                </a:cubicBezTo>
                <a:lnTo>
                  <a:pt x="272355" y="7263"/>
                </a:lnTo>
                <a:cubicBezTo>
                  <a:pt x="267653" y="2619"/>
                  <a:pt x="261342" y="0"/>
                  <a:pt x="254794" y="0"/>
                </a:cubicBezTo>
                <a:cubicBezTo>
                  <a:pt x="248245" y="0"/>
                  <a:pt x="241935" y="2619"/>
                  <a:pt x="237232" y="7263"/>
                </a:cubicBezTo>
                <a:close/>
                <a:moveTo>
                  <a:pt x="164544" y="79950"/>
                </a:moveTo>
                <a:lnTo>
                  <a:pt x="7263" y="237232"/>
                </a:lnTo>
                <a:cubicBezTo>
                  <a:pt x="2619" y="241935"/>
                  <a:pt x="0" y="248245"/>
                  <a:pt x="0" y="254794"/>
                </a:cubicBezTo>
                <a:cubicBezTo>
                  <a:pt x="0" y="261342"/>
                  <a:pt x="2619" y="267653"/>
                  <a:pt x="7263" y="272355"/>
                </a:cubicBezTo>
                <a:lnTo>
                  <a:pt x="32445" y="297537"/>
                </a:lnTo>
                <a:cubicBezTo>
                  <a:pt x="37148" y="302181"/>
                  <a:pt x="43458" y="304800"/>
                  <a:pt x="50006" y="304800"/>
                </a:cubicBezTo>
                <a:cubicBezTo>
                  <a:pt x="56555" y="304800"/>
                  <a:pt x="62865" y="302181"/>
                  <a:pt x="67568" y="297537"/>
                </a:cubicBezTo>
                <a:lnTo>
                  <a:pt x="224850" y="140256"/>
                </a:lnTo>
                <a:lnTo>
                  <a:pt x="164544" y="7995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58" name="Text 56"/>
          <p:cNvSpPr/>
          <p:nvPr/>
        </p:nvSpPr>
        <p:spPr>
          <a:xfrm>
            <a:off x="615915" y="8396610"/>
            <a:ext cx="476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Animatsiya Shart Emas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22265" y="8701336"/>
            <a:ext cx="474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Morph avtomatik animatsiya yaratadi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638730" y="7812684"/>
            <a:ext cx="4978400" cy="1244390"/>
          </a:xfrm>
          <a:custGeom>
            <a:avLst/>
            <a:gdLst/>
            <a:ahLst/>
            <a:cxnLst/>
            <a:rect l="l" t="t" r="r" b="b"/>
            <a:pathLst>
              <a:path w="4978400" h="1244390">
                <a:moveTo>
                  <a:pt x="50380" y="0"/>
                </a:moveTo>
                <a:lnTo>
                  <a:pt x="4928020" y="0"/>
                </a:lnTo>
                <a:cubicBezTo>
                  <a:pt x="4955844" y="0"/>
                  <a:pt x="4978400" y="22556"/>
                  <a:pt x="4978400" y="50380"/>
                </a:cubicBezTo>
                <a:lnTo>
                  <a:pt x="4978400" y="1142786"/>
                </a:lnTo>
                <a:cubicBezTo>
                  <a:pt x="4978400" y="1198900"/>
                  <a:pt x="4932910" y="1244390"/>
                  <a:pt x="4876796" y="1244390"/>
                </a:cubicBezTo>
                <a:lnTo>
                  <a:pt x="101604" y="1244390"/>
                </a:lnTo>
                <a:cubicBezTo>
                  <a:pt x="45490" y="1244390"/>
                  <a:pt x="0" y="1198900"/>
                  <a:pt x="0" y="1142786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61" name="Shape 59"/>
          <p:cNvSpPr/>
          <p:nvPr/>
        </p:nvSpPr>
        <p:spPr>
          <a:xfrm>
            <a:off x="5638730" y="7812684"/>
            <a:ext cx="4978400" cy="50380"/>
          </a:xfrm>
          <a:custGeom>
            <a:avLst/>
            <a:gdLst/>
            <a:ahLst/>
            <a:cxnLst/>
            <a:rect l="l" t="t" r="r" b="b"/>
            <a:pathLst>
              <a:path w="4978400" h="50380">
                <a:moveTo>
                  <a:pt x="50380" y="0"/>
                </a:moveTo>
                <a:lnTo>
                  <a:pt x="4928020" y="0"/>
                </a:lnTo>
                <a:cubicBezTo>
                  <a:pt x="4955844" y="0"/>
                  <a:pt x="4978400" y="22556"/>
                  <a:pt x="4978400" y="50380"/>
                </a:cubicBezTo>
                <a:lnTo>
                  <a:pt x="4978400" y="50380"/>
                </a:lnTo>
                <a:lnTo>
                  <a:pt x="0" y="50380"/>
                </a:ln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62" name="Shape 60"/>
          <p:cNvSpPr/>
          <p:nvPr/>
        </p:nvSpPr>
        <p:spPr>
          <a:xfrm>
            <a:off x="7994563" y="7990241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46018" y="1488"/>
                </a:moveTo>
                <a:cubicBezTo>
                  <a:pt x="50840" y="-952"/>
                  <a:pt x="56674" y="-417"/>
                  <a:pt x="60960" y="2858"/>
                </a:cubicBezTo>
                <a:lnTo>
                  <a:pt x="251460" y="145673"/>
                </a:lnTo>
                <a:cubicBezTo>
                  <a:pt x="256401" y="149364"/>
                  <a:pt x="258366" y="155793"/>
                  <a:pt x="256461" y="161627"/>
                </a:cubicBezTo>
                <a:cubicBezTo>
                  <a:pt x="254556" y="167461"/>
                  <a:pt x="249079" y="171390"/>
                  <a:pt x="242888" y="171390"/>
                </a:cubicBezTo>
                <a:lnTo>
                  <a:pt x="152221" y="171390"/>
                </a:lnTo>
                <a:lnTo>
                  <a:pt x="205145" y="277178"/>
                </a:lnTo>
                <a:cubicBezTo>
                  <a:pt x="209848" y="286583"/>
                  <a:pt x="206038" y="298013"/>
                  <a:pt x="196632" y="302716"/>
                </a:cubicBezTo>
                <a:cubicBezTo>
                  <a:pt x="187226" y="307419"/>
                  <a:pt x="175796" y="303609"/>
                  <a:pt x="171093" y="294203"/>
                </a:cubicBezTo>
                <a:lnTo>
                  <a:pt x="118170" y="188416"/>
                </a:lnTo>
                <a:lnTo>
                  <a:pt x="63817" y="260925"/>
                </a:lnTo>
                <a:cubicBezTo>
                  <a:pt x="60127" y="265867"/>
                  <a:pt x="53697" y="267831"/>
                  <a:pt x="47863" y="265926"/>
                </a:cubicBezTo>
                <a:cubicBezTo>
                  <a:pt x="42029" y="264021"/>
                  <a:pt x="38100" y="258544"/>
                  <a:pt x="38100" y="252413"/>
                </a:cubicBezTo>
                <a:lnTo>
                  <a:pt x="38100" y="14288"/>
                </a:lnTo>
                <a:cubicBezTo>
                  <a:pt x="38100" y="8870"/>
                  <a:pt x="41136" y="3929"/>
                  <a:pt x="46018" y="1488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63" name="Text 61"/>
          <p:cNvSpPr/>
          <p:nvPr/>
        </p:nvSpPr>
        <p:spPr>
          <a:xfrm>
            <a:off x="5746645" y="8396610"/>
            <a:ext cx="476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Interaktiv Navigatsiya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752995" y="8701336"/>
            <a:ext cx="474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Zoom bilan istalgan bo'limga o'tish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0769548" y="7812684"/>
            <a:ext cx="4978400" cy="1244390"/>
          </a:xfrm>
          <a:custGeom>
            <a:avLst/>
            <a:gdLst/>
            <a:ahLst/>
            <a:cxnLst/>
            <a:rect l="l" t="t" r="r" b="b"/>
            <a:pathLst>
              <a:path w="4978400" h="1244390">
                <a:moveTo>
                  <a:pt x="50380" y="0"/>
                </a:moveTo>
                <a:lnTo>
                  <a:pt x="4928020" y="0"/>
                </a:lnTo>
                <a:cubicBezTo>
                  <a:pt x="4955844" y="0"/>
                  <a:pt x="4978400" y="22556"/>
                  <a:pt x="4978400" y="50380"/>
                </a:cubicBezTo>
                <a:lnTo>
                  <a:pt x="4978400" y="1142786"/>
                </a:lnTo>
                <a:cubicBezTo>
                  <a:pt x="4978400" y="1198900"/>
                  <a:pt x="4932910" y="1244390"/>
                  <a:pt x="4876796" y="1244390"/>
                </a:cubicBezTo>
                <a:lnTo>
                  <a:pt x="101604" y="1244390"/>
                </a:lnTo>
                <a:cubicBezTo>
                  <a:pt x="45490" y="1244390"/>
                  <a:pt x="0" y="1198900"/>
                  <a:pt x="0" y="1142786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66" name="Shape 64"/>
          <p:cNvSpPr/>
          <p:nvPr/>
        </p:nvSpPr>
        <p:spPr>
          <a:xfrm>
            <a:off x="10769548" y="7812684"/>
            <a:ext cx="4978400" cy="50380"/>
          </a:xfrm>
          <a:custGeom>
            <a:avLst/>
            <a:gdLst/>
            <a:ahLst/>
            <a:cxnLst/>
            <a:rect l="l" t="t" r="r" b="b"/>
            <a:pathLst>
              <a:path w="4978400" h="50380">
                <a:moveTo>
                  <a:pt x="50380" y="0"/>
                </a:moveTo>
                <a:lnTo>
                  <a:pt x="4928020" y="0"/>
                </a:lnTo>
                <a:cubicBezTo>
                  <a:pt x="4955844" y="0"/>
                  <a:pt x="4978400" y="22556"/>
                  <a:pt x="4978400" y="50380"/>
                </a:cubicBezTo>
                <a:lnTo>
                  <a:pt x="4978400" y="50380"/>
                </a:lnTo>
                <a:lnTo>
                  <a:pt x="0" y="50380"/>
                </a:ln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67" name="Shape 65"/>
          <p:cNvSpPr/>
          <p:nvPr/>
        </p:nvSpPr>
        <p:spPr>
          <a:xfrm>
            <a:off x="13087280" y="7990241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84249" y="-11251"/>
                </a:moveTo>
                <a:cubicBezTo>
                  <a:pt x="181808" y="-16014"/>
                  <a:pt x="176867" y="-19050"/>
                  <a:pt x="171510" y="-19050"/>
                </a:cubicBezTo>
                <a:cubicBezTo>
                  <a:pt x="166152" y="-19050"/>
                  <a:pt x="161211" y="-16014"/>
                  <a:pt x="158770" y="-11251"/>
                </a:cubicBezTo>
                <a:lnTo>
                  <a:pt x="114955" y="74593"/>
                </a:lnTo>
                <a:lnTo>
                  <a:pt x="19764" y="89714"/>
                </a:lnTo>
                <a:cubicBezTo>
                  <a:pt x="14466" y="90547"/>
                  <a:pt x="10061" y="94298"/>
                  <a:pt x="8394" y="99417"/>
                </a:cubicBezTo>
                <a:cubicBezTo>
                  <a:pt x="6727" y="104537"/>
                  <a:pt x="8096" y="110133"/>
                  <a:pt x="11847" y="113943"/>
                </a:cubicBezTo>
                <a:lnTo>
                  <a:pt x="79950" y="182106"/>
                </a:lnTo>
                <a:lnTo>
                  <a:pt x="64949" y="277297"/>
                </a:lnTo>
                <a:cubicBezTo>
                  <a:pt x="64115" y="282595"/>
                  <a:pt x="66318" y="287953"/>
                  <a:pt x="70664" y="291108"/>
                </a:cubicBezTo>
                <a:cubicBezTo>
                  <a:pt x="75009" y="294263"/>
                  <a:pt x="80724" y="294739"/>
                  <a:pt x="85546" y="292298"/>
                </a:cubicBezTo>
                <a:lnTo>
                  <a:pt x="171510" y="248603"/>
                </a:lnTo>
                <a:lnTo>
                  <a:pt x="257413" y="292298"/>
                </a:lnTo>
                <a:cubicBezTo>
                  <a:pt x="262176" y="294739"/>
                  <a:pt x="267950" y="294263"/>
                  <a:pt x="272296" y="291108"/>
                </a:cubicBezTo>
                <a:cubicBezTo>
                  <a:pt x="276642" y="287953"/>
                  <a:pt x="278844" y="282654"/>
                  <a:pt x="278011" y="277297"/>
                </a:cubicBezTo>
                <a:lnTo>
                  <a:pt x="262950" y="182106"/>
                </a:lnTo>
                <a:lnTo>
                  <a:pt x="331053" y="113943"/>
                </a:lnTo>
                <a:cubicBezTo>
                  <a:pt x="334863" y="110133"/>
                  <a:pt x="336173" y="104537"/>
                  <a:pt x="334506" y="99417"/>
                </a:cubicBezTo>
                <a:cubicBezTo>
                  <a:pt x="332839" y="94298"/>
                  <a:pt x="328493" y="90547"/>
                  <a:pt x="323136" y="89714"/>
                </a:cubicBezTo>
                <a:lnTo>
                  <a:pt x="228005" y="74593"/>
                </a:lnTo>
                <a:lnTo>
                  <a:pt x="184249" y="-11251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68" name="Text 66"/>
          <p:cNvSpPr/>
          <p:nvPr/>
        </p:nvSpPr>
        <p:spPr>
          <a:xfrm>
            <a:off x="10877463" y="8396610"/>
            <a:ext cx="476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 Effekt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0883813" y="8701336"/>
            <a:ext cx="474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Taqdimotni zamonaviy va jozibador qiladi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4572e07d5410caa9e8618ce64994ca714f5e16de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3142" r="3142" t="0" b="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A2E">
                  <a:alpha val="95000"/>
                </a:srgbClr>
              </a:gs>
              <a:gs pos="50000">
                <a:srgbClr val="16213E">
                  <a:alpha val="90000"/>
                </a:srgbClr>
              </a:gs>
              <a:gs pos="100000">
                <a:srgbClr val="E94560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8000" y="2552948"/>
            <a:ext cx="1803400" cy="558800"/>
          </a:xfrm>
          <a:custGeom>
            <a:avLst/>
            <a:gdLst/>
            <a:ahLst/>
            <a:cxnLst/>
            <a:rect l="l" t="t" r="r" b="b"/>
            <a:pathLst>
              <a:path w="1803400" h="558800">
                <a:moveTo>
                  <a:pt x="279400" y="0"/>
                </a:moveTo>
                <a:lnTo>
                  <a:pt x="1524000" y="0"/>
                </a:lnTo>
                <a:cubicBezTo>
                  <a:pt x="1678205" y="0"/>
                  <a:pt x="1803400" y="125195"/>
                  <a:pt x="1803400" y="279400"/>
                </a:cubicBezTo>
                <a:lnTo>
                  <a:pt x="1803400" y="279400"/>
                </a:lnTo>
                <a:cubicBezTo>
                  <a:pt x="1803400" y="433605"/>
                  <a:pt x="1678205" y="558800"/>
                  <a:pt x="1524000" y="558800"/>
                </a:cubicBezTo>
                <a:lnTo>
                  <a:pt x="279400" y="558800"/>
                </a:lnTo>
                <a:cubicBezTo>
                  <a:pt x="125195" y="558800"/>
                  <a:pt x="0" y="433605"/>
                  <a:pt x="0" y="279400"/>
                </a:cubicBezTo>
                <a:lnTo>
                  <a:pt x="0" y="279400"/>
                </a:lnTo>
                <a:cubicBezTo>
                  <a:pt x="0" y="125195"/>
                  <a:pt x="125195" y="0"/>
                  <a:pt x="2794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5" name="Text 2"/>
          <p:cNvSpPr/>
          <p:nvPr/>
        </p:nvSpPr>
        <p:spPr>
          <a:xfrm>
            <a:off x="812730" y="2648893"/>
            <a:ext cx="1317406" cy="363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BO'LIM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619500"/>
            <a:ext cx="1562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Versiyalar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94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Bo'yicha Farqlar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829232"/>
            <a:ext cx="2032000" cy="50800"/>
          </a:xfrm>
          <a:custGeom>
            <a:avLst/>
            <a:gdLst/>
            <a:ahLst/>
            <a:cxnLst/>
            <a:rect l="l" t="t" r="r" b="b"/>
            <a:pathLst>
              <a:path w="2032000" h="50800">
                <a:moveTo>
                  <a:pt x="0" y="0"/>
                </a:moveTo>
                <a:lnTo>
                  <a:pt x="2032000" y="0"/>
                </a:lnTo>
                <a:lnTo>
                  <a:pt x="2032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8" name="Text 5"/>
          <p:cNvSpPr/>
          <p:nvPr/>
        </p:nvSpPr>
        <p:spPr>
          <a:xfrm>
            <a:off x="508000" y="6184689"/>
            <a:ext cx="990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Qaysi versiyadan boshlab qaysi imkoniyatlar qo'shilgan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Versiyalar Tarixi va Yangi Imkoniyatlar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8000" y="1117464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508000" y="1269740"/>
            <a:ext cx="4940300" cy="6350000"/>
          </a:xfrm>
          <a:custGeom>
            <a:avLst/>
            <a:gdLst/>
            <a:ahLst/>
            <a:cxnLst/>
            <a:rect l="l" t="t" r="r" b="b"/>
            <a:pathLst>
              <a:path w="4940300" h="6350000">
                <a:moveTo>
                  <a:pt x="203195" y="0"/>
                </a:moveTo>
                <a:lnTo>
                  <a:pt x="4737105" y="0"/>
                </a:lnTo>
                <a:cubicBezTo>
                  <a:pt x="4849327" y="0"/>
                  <a:pt x="4940300" y="90973"/>
                  <a:pt x="4940300" y="203195"/>
                </a:cubicBezTo>
                <a:lnTo>
                  <a:pt x="4940300" y="6146805"/>
                </a:lnTo>
                <a:cubicBezTo>
                  <a:pt x="4940300" y="6259027"/>
                  <a:pt x="4849327" y="6350000"/>
                  <a:pt x="4737105" y="6350000"/>
                </a:cubicBezTo>
                <a:lnTo>
                  <a:pt x="203195" y="6350000"/>
                </a:lnTo>
                <a:cubicBezTo>
                  <a:pt x="90973" y="6350000"/>
                  <a:pt x="0" y="6259027"/>
                  <a:pt x="0" y="6146805"/>
                </a:cubicBezTo>
                <a:lnTo>
                  <a:pt x="0" y="203195"/>
                </a:lnTo>
                <a:cubicBezTo>
                  <a:pt x="0" y="90973"/>
                  <a:pt x="90973" y="0"/>
                  <a:pt x="203195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730233" y="1498284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38100"/>
                </a:moveTo>
                <a:cubicBezTo>
                  <a:pt x="234553" y="38100"/>
                  <a:pt x="285750" y="89297"/>
                  <a:pt x="285750" y="152400"/>
                </a:cubicBezTo>
                <a:cubicBezTo>
                  <a:pt x="285750" y="215503"/>
                  <a:pt x="234553" y="266700"/>
                  <a:pt x="171450" y="266700"/>
                </a:cubicBezTo>
                <a:cubicBezTo>
                  <a:pt x="132636" y="266700"/>
                  <a:pt x="98286" y="247352"/>
                  <a:pt x="77629" y="217706"/>
                </a:cubicBezTo>
                <a:cubicBezTo>
                  <a:pt x="71616" y="209074"/>
                  <a:pt x="59710" y="206990"/>
                  <a:pt x="51078" y="213003"/>
                </a:cubicBezTo>
                <a:cubicBezTo>
                  <a:pt x="42446" y="219015"/>
                  <a:pt x="40362" y="230922"/>
                  <a:pt x="46375" y="239554"/>
                </a:cubicBezTo>
                <a:cubicBezTo>
                  <a:pt x="73878" y="278963"/>
                  <a:pt x="119658" y="304800"/>
                  <a:pt x="171450" y="304800"/>
                </a:cubicBezTo>
                <a:cubicBezTo>
                  <a:pt x="255627" y="304800"/>
                  <a:pt x="323850" y="236577"/>
                  <a:pt x="323850" y="152400"/>
                </a:cubicBezTo>
                <a:cubicBezTo>
                  <a:pt x="323850" y="68223"/>
                  <a:pt x="255627" y="0"/>
                  <a:pt x="171450" y="0"/>
                </a:cubicBezTo>
                <a:cubicBezTo>
                  <a:pt x="120432" y="0"/>
                  <a:pt x="75307" y="25063"/>
                  <a:pt x="47625" y="63520"/>
                </a:cubicBezTo>
                <a:lnTo>
                  <a:pt x="47625" y="47625"/>
                </a:lnTo>
                <a:cubicBezTo>
                  <a:pt x="47625" y="37088"/>
                  <a:pt x="39112" y="28575"/>
                  <a:pt x="28575" y="28575"/>
                </a:cubicBezTo>
                <a:cubicBezTo>
                  <a:pt x="18038" y="28575"/>
                  <a:pt x="9525" y="37088"/>
                  <a:pt x="9525" y="47625"/>
                </a:cubicBezTo>
                <a:lnTo>
                  <a:pt x="9525" y="114300"/>
                </a:lnTo>
                <a:cubicBezTo>
                  <a:pt x="9525" y="124837"/>
                  <a:pt x="18038" y="133350"/>
                  <a:pt x="28575" y="133350"/>
                </a:cubicBezTo>
                <a:lnTo>
                  <a:pt x="43220" y="133350"/>
                </a:lnTo>
                <a:cubicBezTo>
                  <a:pt x="43517" y="133350"/>
                  <a:pt x="43815" y="133350"/>
                  <a:pt x="44113" y="133350"/>
                </a:cubicBezTo>
                <a:lnTo>
                  <a:pt x="95310" y="133350"/>
                </a:lnTo>
                <a:cubicBezTo>
                  <a:pt x="105847" y="133350"/>
                  <a:pt x="114360" y="124837"/>
                  <a:pt x="114360" y="114300"/>
                </a:cubicBezTo>
                <a:cubicBezTo>
                  <a:pt x="114360" y="103763"/>
                  <a:pt x="105847" y="95250"/>
                  <a:pt x="95310" y="95250"/>
                </a:cubicBezTo>
                <a:lnTo>
                  <a:pt x="72509" y="95250"/>
                </a:lnTo>
                <a:cubicBezTo>
                  <a:pt x="92214" y="61079"/>
                  <a:pt x="129183" y="38100"/>
                  <a:pt x="171450" y="38100"/>
                </a:cubicBezTo>
                <a:close/>
                <a:moveTo>
                  <a:pt x="185738" y="90488"/>
                </a:moveTo>
                <a:cubicBezTo>
                  <a:pt x="185738" y="82570"/>
                  <a:pt x="179368" y="76200"/>
                  <a:pt x="171450" y="76200"/>
                </a:cubicBezTo>
                <a:cubicBezTo>
                  <a:pt x="163532" y="76200"/>
                  <a:pt x="157163" y="82570"/>
                  <a:pt x="157163" y="90488"/>
                </a:cubicBezTo>
                <a:lnTo>
                  <a:pt x="157163" y="152400"/>
                </a:lnTo>
                <a:cubicBezTo>
                  <a:pt x="157163" y="156210"/>
                  <a:pt x="158651" y="159841"/>
                  <a:pt x="161330" y="162520"/>
                </a:cubicBezTo>
                <a:lnTo>
                  <a:pt x="204192" y="205383"/>
                </a:lnTo>
                <a:cubicBezTo>
                  <a:pt x="209788" y="210979"/>
                  <a:pt x="218837" y="210979"/>
                  <a:pt x="224373" y="205383"/>
                </a:cubicBezTo>
                <a:cubicBezTo>
                  <a:pt x="229910" y="199787"/>
                  <a:pt x="229969" y="190738"/>
                  <a:pt x="224373" y="185202"/>
                </a:cubicBezTo>
                <a:lnTo>
                  <a:pt x="185678" y="146506"/>
                </a:lnTo>
                <a:lnTo>
                  <a:pt x="185678" y="90488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1244548" y="1472921"/>
            <a:ext cx="233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Dastlabki Versiyalar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6373" y="1980834"/>
            <a:ext cx="4508290" cy="660400"/>
          </a:xfrm>
          <a:custGeom>
            <a:avLst/>
            <a:gdLst/>
            <a:ahLst/>
            <a:cxnLst/>
            <a:rect l="l" t="t" r="r" b="b"/>
            <a:pathLst>
              <a:path w="4508290" h="660400">
                <a:moveTo>
                  <a:pt x="50380" y="0"/>
                </a:moveTo>
                <a:lnTo>
                  <a:pt x="4406688" y="0"/>
                </a:lnTo>
                <a:cubicBezTo>
                  <a:pt x="4462801" y="0"/>
                  <a:pt x="4508290" y="45489"/>
                  <a:pt x="4508290" y="101603"/>
                </a:cubicBezTo>
                <a:lnTo>
                  <a:pt x="4508290" y="558797"/>
                </a:lnTo>
                <a:cubicBezTo>
                  <a:pt x="4508290" y="614911"/>
                  <a:pt x="4462801" y="660400"/>
                  <a:pt x="4406688" y="660400"/>
                </a:cubicBez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8" name="Shape 6"/>
          <p:cNvSpPr/>
          <p:nvPr/>
        </p:nvSpPr>
        <p:spPr>
          <a:xfrm>
            <a:off x="736373" y="1980834"/>
            <a:ext cx="50380" cy="660400"/>
          </a:xfrm>
          <a:custGeom>
            <a:avLst/>
            <a:gdLst/>
            <a:ahLst/>
            <a:cxnLst/>
            <a:rect l="l" t="t" r="r" b="b"/>
            <a:pathLst>
              <a:path w="50380" h="660400">
                <a:moveTo>
                  <a:pt x="50380" y="0"/>
                </a:moveTo>
                <a:lnTo>
                  <a:pt x="50380" y="0"/>
                </a:lnTo>
                <a:lnTo>
                  <a:pt x="50380" y="660400"/>
                </a:ln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863110" y="2082378"/>
            <a:ext cx="436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1987 - PowerPoint 1.0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3110" y="2336378"/>
            <a:ext cx="4356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Dastlabki versiya, Macintosh uchun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6373" y="2742574"/>
            <a:ext cx="4508290" cy="660400"/>
          </a:xfrm>
          <a:custGeom>
            <a:avLst/>
            <a:gdLst/>
            <a:ahLst/>
            <a:cxnLst/>
            <a:rect l="l" t="t" r="r" b="b"/>
            <a:pathLst>
              <a:path w="4508290" h="660400">
                <a:moveTo>
                  <a:pt x="50380" y="0"/>
                </a:moveTo>
                <a:lnTo>
                  <a:pt x="4406688" y="0"/>
                </a:lnTo>
                <a:cubicBezTo>
                  <a:pt x="4462801" y="0"/>
                  <a:pt x="4508290" y="45489"/>
                  <a:pt x="4508290" y="101603"/>
                </a:cubicBezTo>
                <a:lnTo>
                  <a:pt x="4508290" y="558797"/>
                </a:lnTo>
                <a:cubicBezTo>
                  <a:pt x="4508290" y="614911"/>
                  <a:pt x="4462801" y="660400"/>
                  <a:pt x="4406688" y="660400"/>
                </a:cubicBez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12" name="Shape 10"/>
          <p:cNvSpPr/>
          <p:nvPr/>
        </p:nvSpPr>
        <p:spPr>
          <a:xfrm>
            <a:off x="736373" y="2742574"/>
            <a:ext cx="50380" cy="660400"/>
          </a:xfrm>
          <a:custGeom>
            <a:avLst/>
            <a:gdLst/>
            <a:ahLst/>
            <a:cxnLst/>
            <a:rect l="l" t="t" r="r" b="b"/>
            <a:pathLst>
              <a:path w="50380" h="660400">
                <a:moveTo>
                  <a:pt x="50380" y="0"/>
                </a:moveTo>
                <a:lnTo>
                  <a:pt x="50380" y="0"/>
                </a:lnTo>
                <a:lnTo>
                  <a:pt x="50380" y="660400"/>
                </a:ln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863110" y="2844118"/>
            <a:ext cx="436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1988 - PowerPoint 2.0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3110" y="3098118"/>
            <a:ext cx="4356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Rangli slaydlar, ko'proq grafika vositalari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6373" y="3504307"/>
            <a:ext cx="4508290" cy="660400"/>
          </a:xfrm>
          <a:custGeom>
            <a:avLst/>
            <a:gdLst/>
            <a:ahLst/>
            <a:cxnLst/>
            <a:rect l="l" t="t" r="r" b="b"/>
            <a:pathLst>
              <a:path w="4508290" h="660400">
                <a:moveTo>
                  <a:pt x="50380" y="0"/>
                </a:moveTo>
                <a:lnTo>
                  <a:pt x="4406688" y="0"/>
                </a:lnTo>
                <a:cubicBezTo>
                  <a:pt x="4462801" y="0"/>
                  <a:pt x="4508290" y="45489"/>
                  <a:pt x="4508290" y="101603"/>
                </a:cubicBezTo>
                <a:lnTo>
                  <a:pt x="4508290" y="558797"/>
                </a:lnTo>
                <a:cubicBezTo>
                  <a:pt x="4508290" y="614911"/>
                  <a:pt x="4462801" y="660400"/>
                  <a:pt x="4406688" y="660400"/>
                </a:cubicBez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16" name="Shape 14"/>
          <p:cNvSpPr/>
          <p:nvPr/>
        </p:nvSpPr>
        <p:spPr>
          <a:xfrm>
            <a:off x="736373" y="3504307"/>
            <a:ext cx="50380" cy="660400"/>
          </a:xfrm>
          <a:custGeom>
            <a:avLst/>
            <a:gdLst/>
            <a:ahLst/>
            <a:cxnLst/>
            <a:rect l="l" t="t" r="r" b="b"/>
            <a:pathLst>
              <a:path w="50380" h="660400">
                <a:moveTo>
                  <a:pt x="50380" y="0"/>
                </a:moveTo>
                <a:lnTo>
                  <a:pt x="50380" y="0"/>
                </a:lnTo>
                <a:lnTo>
                  <a:pt x="50380" y="660400"/>
                </a:ln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863110" y="3605857"/>
            <a:ext cx="436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1990 - PowerPoint 2.0 (Windows)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3110" y="3859857"/>
            <a:ext cx="4356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Birinchi Windows versiyasi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6373" y="4266047"/>
            <a:ext cx="4508290" cy="660400"/>
          </a:xfrm>
          <a:custGeom>
            <a:avLst/>
            <a:gdLst/>
            <a:ahLst/>
            <a:cxnLst/>
            <a:rect l="l" t="t" r="r" b="b"/>
            <a:pathLst>
              <a:path w="4508290" h="660400">
                <a:moveTo>
                  <a:pt x="50380" y="0"/>
                </a:moveTo>
                <a:lnTo>
                  <a:pt x="4406688" y="0"/>
                </a:lnTo>
                <a:cubicBezTo>
                  <a:pt x="4462801" y="0"/>
                  <a:pt x="4508290" y="45489"/>
                  <a:pt x="4508290" y="101603"/>
                </a:cubicBezTo>
                <a:lnTo>
                  <a:pt x="4508290" y="558797"/>
                </a:lnTo>
                <a:cubicBezTo>
                  <a:pt x="4508290" y="614911"/>
                  <a:pt x="4462801" y="660400"/>
                  <a:pt x="4406688" y="660400"/>
                </a:cubicBez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20" name="Shape 18"/>
          <p:cNvSpPr/>
          <p:nvPr/>
        </p:nvSpPr>
        <p:spPr>
          <a:xfrm>
            <a:off x="736373" y="4266047"/>
            <a:ext cx="50380" cy="660400"/>
          </a:xfrm>
          <a:custGeom>
            <a:avLst/>
            <a:gdLst/>
            <a:ahLst/>
            <a:cxnLst/>
            <a:rect l="l" t="t" r="r" b="b"/>
            <a:pathLst>
              <a:path w="50380" h="660400">
                <a:moveTo>
                  <a:pt x="50380" y="0"/>
                </a:moveTo>
                <a:lnTo>
                  <a:pt x="50380" y="0"/>
                </a:lnTo>
                <a:lnTo>
                  <a:pt x="50380" y="660400"/>
                </a:ln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1" name="Text 19"/>
          <p:cNvSpPr/>
          <p:nvPr/>
        </p:nvSpPr>
        <p:spPr>
          <a:xfrm>
            <a:off x="863110" y="4367597"/>
            <a:ext cx="436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1992 - PowerPoint 3.0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3110" y="4621597"/>
            <a:ext cx="4356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Multimedia qo'llab-quvvatlash, slayd o'tishlari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6373" y="5027786"/>
            <a:ext cx="4508290" cy="660400"/>
          </a:xfrm>
          <a:custGeom>
            <a:avLst/>
            <a:gdLst/>
            <a:ahLst/>
            <a:cxnLst/>
            <a:rect l="l" t="t" r="r" b="b"/>
            <a:pathLst>
              <a:path w="4508290" h="660400">
                <a:moveTo>
                  <a:pt x="50380" y="0"/>
                </a:moveTo>
                <a:lnTo>
                  <a:pt x="4406688" y="0"/>
                </a:lnTo>
                <a:cubicBezTo>
                  <a:pt x="4462801" y="0"/>
                  <a:pt x="4508290" y="45489"/>
                  <a:pt x="4508290" y="101603"/>
                </a:cubicBezTo>
                <a:lnTo>
                  <a:pt x="4508290" y="558797"/>
                </a:lnTo>
                <a:cubicBezTo>
                  <a:pt x="4508290" y="614911"/>
                  <a:pt x="4462801" y="660400"/>
                  <a:pt x="4406688" y="660400"/>
                </a:cubicBez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24" name="Shape 22"/>
          <p:cNvSpPr/>
          <p:nvPr/>
        </p:nvSpPr>
        <p:spPr>
          <a:xfrm>
            <a:off x="736373" y="5027786"/>
            <a:ext cx="50380" cy="660400"/>
          </a:xfrm>
          <a:custGeom>
            <a:avLst/>
            <a:gdLst/>
            <a:ahLst/>
            <a:cxnLst/>
            <a:rect l="l" t="t" r="r" b="b"/>
            <a:pathLst>
              <a:path w="50380" h="660400">
                <a:moveTo>
                  <a:pt x="50380" y="0"/>
                </a:moveTo>
                <a:lnTo>
                  <a:pt x="50380" y="0"/>
                </a:lnTo>
                <a:lnTo>
                  <a:pt x="50380" y="660400"/>
                </a:ln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5" name="Text 23"/>
          <p:cNvSpPr/>
          <p:nvPr/>
        </p:nvSpPr>
        <p:spPr>
          <a:xfrm>
            <a:off x="863110" y="5129330"/>
            <a:ext cx="436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1994 - PowerPoint 4.0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3110" y="5383330"/>
            <a:ext cx="4356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 jadvallari, yashirin slaydlar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655699" y="1269740"/>
            <a:ext cx="4940300" cy="6350000"/>
          </a:xfrm>
          <a:custGeom>
            <a:avLst/>
            <a:gdLst/>
            <a:ahLst/>
            <a:cxnLst/>
            <a:rect l="l" t="t" r="r" b="b"/>
            <a:pathLst>
              <a:path w="4940300" h="6350000">
                <a:moveTo>
                  <a:pt x="203195" y="0"/>
                </a:moveTo>
                <a:lnTo>
                  <a:pt x="4737105" y="0"/>
                </a:lnTo>
                <a:cubicBezTo>
                  <a:pt x="4849327" y="0"/>
                  <a:pt x="4940300" y="90973"/>
                  <a:pt x="4940300" y="203195"/>
                </a:cubicBezTo>
                <a:lnTo>
                  <a:pt x="4940300" y="6146805"/>
                </a:lnTo>
                <a:cubicBezTo>
                  <a:pt x="4940300" y="6259027"/>
                  <a:pt x="4849327" y="6350000"/>
                  <a:pt x="4737105" y="6350000"/>
                </a:cubicBezTo>
                <a:lnTo>
                  <a:pt x="203195" y="6350000"/>
                </a:lnTo>
                <a:cubicBezTo>
                  <a:pt x="90973" y="6350000"/>
                  <a:pt x="0" y="6259027"/>
                  <a:pt x="0" y="6146805"/>
                </a:cubicBezTo>
                <a:lnTo>
                  <a:pt x="0" y="203195"/>
                </a:lnTo>
                <a:cubicBezTo>
                  <a:pt x="0" y="90973"/>
                  <a:pt x="90973" y="0"/>
                  <a:pt x="203195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28" name="Shape 26"/>
          <p:cNvSpPr/>
          <p:nvPr/>
        </p:nvSpPr>
        <p:spPr>
          <a:xfrm>
            <a:off x="5877931" y="1498284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84249" y="-11251"/>
                </a:moveTo>
                <a:cubicBezTo>
                  <a:pt x="181808" y="-16014"/>
                  <a:pt x="176867" y="-19050"/>
                  <a:pt x="171510" y="-19050"/>
                </a:cubicBezTo>
                <a:cubicBezTo>
                  <a:pt x="166152" y="-19050"/>
                  <a:pt x="161211" y="-16014"/>
                  <a:pt x="158770" y="-11251"/>
                </a:cubicBezTo>
                <a:lnTo>
                  <a:pt x="114955" y="74593"/>
                </a:lnTo>
                <a:lnTo>
                  <a:pt x="19764" y="89714"/>
                </a:lnTo>
                <a:cubicBezTo>
                  <a:pt x="14466" y="90547"/>
                  <a:pt x="10061" y="94298"/>
                  <a:pt x="8394" y="99417"/>
                </a:cubicBezTo>
                <a:cubicBezTo>
                  <a:pt x="6727" y="104537"/>
                  <a:pt x="8096" y="110133"/>
                  <a:pt x="11847" y="113943"/>
                </a:cubicBezTo>
                <a:lnTo>
                  <a:pt x="79950" y="182106"/>
                </a:lnTo>
                <a:lnTo>
                  <a:pt x="64949" y="277297"/>
                </a:lnTo>
                <a:cubicBezTo>
                  <a:pt x="64115" y="282595"/>
                  <a:pt x="66318" y="287953"/>
                  <a:pt x="70664" y="291108"/>
                </a:cubicBezTo>
                <a:cubicBezTo>
                  <a:pt x="75009" y="294263"/>
                  <a:pt x="80724" y="294739"/>
                  <a:pt x="85546" y="292298"/>
                </a:cubicBezTo>
                <a:lnTo>
                  <a:pt x="171510" y="248603"/>
                </a:lnTo>
                <a:lnTo>
                  <a:pt x="257413" y="292298"/>
                </a:lnTo>
                <a:cubicBezTo>
                  <a:pt x="262176" y="294739"/>
                  <a:pt x="267950" y="294263"/>
                  <a:pt x="272296" y="291108"/>
                </a:cubicBezTo>
                <a:cubicBezTo>
                  <a:pt x="276642" y="287953"/>
                  <a:pt x="278844" y="282654"/>
                  <a:pt x="278011" y="277297"/>
                </a:cubicBezTo>
                <a:lnTo>
                  <a:pt x="262950" y="182106"/>
                </a:lnTo>
                <a:lnTo>
                  <a:pt x="331053" y="113943"/>
                </a:lnTo>
                <a:cubicBezTo>
                  <a:pt x="334863" y="110133"/>
                  <a:pt x="336173" y="104537"/>
                  <a:pt x="334506" y="99417"/>
                </a:cubicBezTo>
                <a:cubicBezTo>
                  <a:pt x="332839" y="94298"/>
                  <a:pt x="328493" y="90547"/>
                  <a:pt x="323136" y="89714"/>
                </a:cubicBezTo>
                <a:lnTo>
                  <a:pt x="228005" y="74593"/>
                </a:lnTo>
                <a:lnTo>
                  <a:pt x="184249" y="-11251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9" name="Text 27"/>
          <p:cNvSpPr/>
          <p:nvPr/>
        </p:nvSpPr>
        <p:spPr>
          <a:xfrm>
            <a:off x="6392246" y="1472921"/>
            <a:ext cx="246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O'rta Davr Versiyalari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884071" y="1980834"/>
            <a:ext cx="4508290" cy="660400"/>
          </a:xfrm>
          <a:custGeom>
            <a:avLst/>
            <a:gdLst/>
            <a:ahLst/>
            <a:cxnLst/>
            <a:rect l="l" t="t" r="r" b="b"/>
            <a:pathLst>
              <a:path w="4508290" h="660400">
                <a:moveTo>
                  <a:pt x="50380" y="0"/>
                </a:moveTo>
                <a:lnTo>
                  <a:pt x="4406688" y="0"/>
                </a:lnTo>
                <a:cubicBezTo>
                  <a:pt x="4462801" y="0"/>
                  <a:pt x="4508290" y="45489"/>
                  <a:pt x="4508290" y="101603"/>
                </a:cubicBezTo>
                <a:lnTo>
                  <a:pt x="4508290" y="558797"/>
                </a:lnTo>
                <a:cubicBezTo>
                  <a:pt x="4508290" y="614911"/>
                  <a:pt x="4462801" y="660400"/>
                  <a:pt x="4406688" y="660400"/>
                </a:cubicBez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31" name="Shape 29"/>
          <p:cNvSpPr/>
          <p:nvPr/>
        </p:nvSpPr>
        <p:spPr>
          <a:xfrm>
            <a:off x="5884071" y="1980834"/>
            <a:ext cx="50380" cy="660400"/>
          </a:xfrm>
          <a:custGeom>
            <a:avLst/>
            <a:gdLst/>
            <a:ahLst/>
            <a:cxnLst/>
            <a:rect l="l" t="t" r="r" b="b"/>
            <a:pathLst>
              <a:path w="50380" h="660400">
                <a:moveTo>
                  <a:pt x="50380" y="0"/>
                </a:moveTo>
                <a:lnTo>
                  <a:pt x="50380" y="0"/>
                </a:lnTo>
                <a:lnTo>
                  <a:pt x="50380" y="660400"/>
                </a:ln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2" name="Text 30"/>
          <p:cNvSpPr/>
          <p:nvPr/>
        </p:nvSpPr>
        <p:spPr>
          <a:xfrm>
            <a:off x="6010809" y="2082378"/>
            <a:ext cx="436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1996 - PowerPoint 97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010809" y="2336378"/>
            <a:ext cx="4356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Animatsiyalar, VBA makrolar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4071" y="2742574"/>
            <a:ext cx="4508290" cy="660400"/>
          </a:xfrm>
          <a:custGeom>
            <a:avLst/>
            <a:gdLst/>
            <a:ahLst/>
            <a:cxnLst/>
            <a:rect l="l" t="t" r="r" b="b"/>
            <a:pathLst>
              <a:path w="4508290" h="660400">
                <a:moveTo>
                  <a:pt x="50380" y="0"/>
                </a:moveTo>
                <a:lnTo>
                  <a:pt x="4406688" y="0"/>
                </a:lnTo>
                <a:cubicBezTo>
                  <a:pt x="4462801" y="0"/>
                  <a:pt x="4508290" y="45489"/>
                  <a:pt x="4508290" y="101603"/>
                </a:cubicBezTo>
                <a:lnTo>
                  <a:pt x="4508290" y="558797"/>
                </a:lnTo>
                <a:cubicBezTo>
                  <a:pt x="4508290" y="614911"/>
                  <a:pt x="4462801" y="660400"/>
                  <a:pt x="4406688" y="660400"/>
                </a:cubicBez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35" name="Shape 33"/>
          <p:cNvSpPr/>
          <p:nvPr/>
        </p:nvSpPr>
        <p:spPr>
          <a:xfrm>
            <a:off x="5884071" y="2742574"/>
            <a:ext cx="50380" cy="660400"/>
          </a:xfrm>
          <a:custGeom>
            <a:avLst/>
            <a:gdLst/>
            <a:ahLst/>
            <a:cxnLst/>
            <a:rect l="l" t="t" r="r" b="b"/>
            <a:pathLst>
              <a:path w="50380" h="660400">
                <a:moveTo>
                  <a:pt x="50380" y="0"/>
                </a:moveTo>
                <a:lnTo>
                  <a:pt x="50380" y="0"/>
                </a:lnTo>
                <a:lnTo>
                  <a:pt x="50380" y="660400"/>
                </a:ln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6" name="Text 34"/>
          <p:cNvSpPr/>
          <p:nvPr/>
        </p:nvSpPr>
        <p:spPr>
          <a:xfrm>
            <a:off x="6010809" y="2844118"/>
            <a:ext cx="436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1999 - PowerPoint 2000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010809" y="3098118"/>
            <a:ext cx="4356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integratsiyasi, yaxshilangan shablonlar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884071" y="3504307"/>
            <a:ext cx="4508290" cy="660400"/>
          </a:xfrm>
          <a:custGeom>
            <a:avLst/>
            <a:gdLst/>
            <a:ahLst/>
            <a:cxnLst/>
            <a:rect l="l" t="t" r="r" b="b"/>
            <a:pathLst>
              <a:path w="4508290" h="660400">
                <a:moveTo>
                  <a:pt x="50380" y="0"/>
                </a:moveTo>
                <a:lnTo>
                  <a:pt x="4406688" y="0"/>
                </a:lnTo>
                <a:cubicBezTo>
                  <a:pt x="4462801" y="0"/>
                  <a:pt x="4508290" y="45489"/>
                  <a:pt x="4508290" y="101603"/>
                </a:cubicBezTo>
                <a:lnTo>
                  <a:pt x="4508290" y="558797"/>
                </a:lnTo>
                <a:cubicBezTo>
                  <a:pt x="4508290" y="614911"/>
                  <a:pt x="4462801" y="660400"/>
                  <a:pt x="4406688" y="660400"/>
                </a:cubicBez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39" name="Shape 37"/>
          <p:cNvSpPr/>
          <p:nvPr/>
        </p:nvSpPr>
        <p:spPr>
          <a:xfrm>
            <a:off x="5884071" y="3504307"/>
            <a:ext cx="50380" cy="660400"/>
          </a:xfrm>
          <a:custGeom>
            <a:avLst/>
            <a:gdLst/>
            <a:ahLst/>
            <a:cxnLst/>
            <a:rect l="l" t="t" r="r" b="b"/>
            <a:pathLst>
              <a:path w="50380" h="660400">
                <a:moveTo>
                  <a:pt x="50380" y="0"/>
                </a:moveTo>
                <a:lnTo>
                  <a:pt x="50380" y="0"/>
                </a:lnTo>
                <a:lnTo>
                  <a:pt x="50380" y="660400"/>
                </a:ln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40" name="Text 38"/>
          <p:cNvSpPr/>
          <p:nvPr/>
        </p:nvSpPr>
        <p:spPr>
          <a:xfrm>
            <a:off x="6010809" y="3605857"/>
            <a:ext cx="436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2001 - PowerPoint 2002 (XP)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010809" y="3859857"/>
            <a:ext cx="4356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Vazifa panellari, yaxshilangan o'tishlar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884071" y="4266047"/>
            <a:ext cx="4508290" cy="660400"/>
          </a:xfrm>
          <a:custGeom>
            <a:avLst/>
            <a:gdLst/>
            <a:ahLst/>
            <a:cxnLst/>
            <a:rect l="l" t="t" r="r" b="b"/>
            <a:pathLst>
              <a:path w="4508290" h="660400">
                <a:moveTo>
                  <a:pt x="50380" y="0"/>
                </a:moveTo>
                <a:lnTo>
                  <a:pt x="4406688" y="0"/>
                </a:lnTo>
                <a:cubicBezTo>
                  <a:pt x="4462801" y="0"/>
                  <a:pt x="4508290" y="45489"/>
                  <a:pt x="4508290" y="101603"/>
                </a:cubicBezTo>
                <a:lnTo>
                  <a:pt x="4508290" y="558797"/>
                </a:lnTo>
                <a:cubicBezTo>
                  <a:pt x="4508290" y="614911"/>
                  <a:pt x="4462801" y="660400"/>
                  <a:pt x="4406688" y="660400"/>
                </a:cubicBez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43" name="Shape 41"/>
          <p:cNvSpPr/>
          <p:nvPr/>
        </p:nvSpPr>
        <p:spPr>
          <a:xfrm>
            <a:off x="5884071" y="4266047"/>
            <a:ext cx="50380" cy="660400"/>
          </a:xfrm>
          <a:custGeom>
            <a:avLst/>
            <a:gdLst/>
            <a:ahLst/>
            <a:cxnLst/>
            <a:rect l="l" t="t" r="r" b="b"/>
            <a:pathLst>
              <a:path w="50380" h="660400">
                <a:moveTo>
                  <a:pt x="50380" y="0"/>
                </a:moveTo>
                <a:lnTo>
                  <a:pt x="50380" y="0"/>
                </a:lnTo>
                <a:lnTo>
                  <a:pt x="50380" y="660400"/>
                </a:ln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44" name="Text 42"/>
          <p:cNvSpPr/>
          <p:nvPr/>
        </p:nvSpPr>
        <p:spPr>
          <a:xfrm>
            <a:off x="6010809" y="4367597"/>
            <a:ext cx="436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2003 - PowerPoint 2003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010809" y="4621597"/>
            <a:ext cx="4356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Presenter View, CD uchun paketlash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884071" y="5027786"/>
            <a:ext cx="4508290" cy="660400"/>
          </a:xfrm>
          <a:custGeom>
            <a:avLst/>
            <a:gdLst/>
            <a:ahLst/>
            <a:cxnLst/>
            <a:rect l="l" t="t" r="r" b="b"/>
            <a:pathLst>
              <a:path w="4508290" h="660400">
                <a:moveTo>
                  <a:pt x="50380" y="0"/>
                </a:moveTo>
                <a:lnTo>
                  <a:pt x="4406688" y="0"/>
                </a:lnTo>
                <a:cubicBezTo>
                  <a:pt x="4462801" y="0"/>
                  <a:pt x="4508290" y="45489"/>
                  <a:pt x="4508290" y="101603"/>
                </a:cubicBezTo>
                <a:lnTo>
                  <a:pt x="4508290" y="558797"/>
                </a:lnTo>
                <a:cubicBezTo>
                  <a:pt x="4508290" y="614911"/>
                  <a:pt x="4462801" y="660400"/>
                  <a:pt x="4406688" y="660400"/>
                </a:cubicBez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47" name="Shape 45"/>
          <p:cNvSpPr/>
          <p:nvPr/>
        </p:nvSpPr>
        <p:spPr>
          <a:xfrm>
            <a:off x="5884071" y="5027786"/>
            <a:ext cx="50380" cy="660400"/>
          </a:xfrm>
          <a:custGeom>
            <a:avLst/>
            <a:gdLst/>
            <a:ahLst/>
            <a:cxnLst/>
            <a:rect l="l" t="t" r="r" b="b"/>
            <a:pathLst>
              <a:path w="50380" h="660400">
                <a:moveTo>
                  <a:pt x="50380" y="0"/>
                </a:moveTo>
                <a:lnTo>
                  <a:pt x="50380" y="0"/>
                </a:lnTo>
                <a:lnTo>
                  <a:pt x="50380" y="660400"/>
                </a:ln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48" name="Text 46"/>
          <p:cNvSpPr/>
          <p:nvPr/>
        </p:nvSpPr>
        <p:spPr>
          <a:xfrm>
            <a:off x="6010809" y="5129330"/>
            <a:ext cx="436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2007 - PowerPoint 2007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010809" y="5383330"/>
            <a:ext cx="4356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Ribbon interfeysi, .pptx formati, SmartArt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803397" y="1269740"/>
            <a:ext cx="4940300" cy="6350000"/>
          </a:xfrm>
          <a:custGeom>
            <a:avLst/>
            <a:gdLst/>
            <a:ahLst/>
            <a:cxnLst/>
            <a:rect l="l" t="t" r="r" b="b"/>
            <a:pathLst>
              <a:path w="4940300" h="6350000">
                <a:moveTo>
                  <a:pt x="203195" y="0"/>
                </a:moveTo>
                <a:lnTo>
                  <a:pt x="4737105" y="0"/>
                </a:lnTo>
                <a:cubicBezTo>
                  <a:pt x="4849327" y="0"/>
                  <a:pt x="4940300" y="90973"/>
                  <a:pt x="4940300" y="203195"/>
                </a:cubicBezTo>
                <a:lnTo>
                  <a:pt x="4940300" y="6146805"/>
                </a:lnTo>
                <a:cubicBezTo>
                  <a:pt x="4940300" y="6259027"/>
                  <a:pt x="4849327" y="6350000"/>
                  <a:pt x="4737105" y="6350000"/>
                </a:cubicBezTo>
                <a:lnTo>
                  <a:pt x="203195" y="6350000"/>
                </a:lnTo>
                <a:cubicBezTo>
                  <a:pt x="90973" y="6350000"/>
                  <a:pt x="0" y="6259027"/>
                  <a:pt x="0" y="6146805"/>
                </a:cubicBezTo>
                <a:lnTo>
                  <a:pt x="0" y="203195"/>
                </a:lnTo>
                <a:cubicBezTo>
                  <a:pt x="0" y="90973"/>
                  <a:pt x="90973" y="0"/>
                  <a:pt x="203195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51" name="Shape 49"/>
          <p:cNvSpPr/>
          <p:nvPr/>
        </p:nvSpPr>
        <p:spPr>
          <a:xfrm>
            <a:off x="11044680" y="149828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190500"/>
                </a:moveTo>
                <a:lnTo>
                  <a:pt x="14585" y="190500"/>
                </a:lnTo>
                <a:cubicBezTo>
                  <a:pt x="-238" y="190500"/>
                  <a:pt x="-9346" y="174367"/>
                  <a:pt x="-1726" y="161627"/>
                </a:cubicBezTo>
                <a:lnTo>
                  <a:pt x="29766" y="109121"/>
                </a:lnTo>
                <a:cubicBezTo>
                  <a:pt x="34945" y="100489"/>
                  <a:pt x="44232" y="95250"/>
                  <a:pt x="54293" y="95250"/>
                </a:cubicBezTo>
                <a:lnTo>
                  <a:pt x="110847" y="95250"/>
                </a:lnTo>
                <a:cubicBezTo>
                  <a:pt x="156150" y="18514"/>
                  <a:pt x="223718" y="14645"/>
                  <a:pt x="268903" y="21253"/>
                </a:cubicBezTo>
                <a:cubicBezTo>
                  <a:pt x="276523" y="22384"/>
                  <a:pt x="282476" y="28337"/>
                  <a:pt x="283547" y="35897"/>
                </a:cubicBezTo>
                <a:cubicBezTo>
                  <a:pt x="290155" y="81082"/>
                  <a:pt x="286286" y="148650"/>
                  <a:pt x="209550" y="193953"/>
                </a:cubicBezTo>
                <a:lnTo>
                  <a:pt x="209550" y="250508"/>
                </a:lnTo>
                <a:cubicBezTo>
                  <a:pt x="209550" y="260568"/>
                  <a:pt x="204311" y="269855"/>
                  <a:pt x="195679" y="275034"/>
                </a:cubicBezTo>
                <a:lnTo>
                  <a:pt x="143173" y="306526"/>
                </a:lnTo>
                <a:cubicBezTo>
                  <a:pt x="130493" y="314146"/>
                  <a:pt x="114300" y="304979"/>
                  <a:pt x="114300" y="290215"/>
                </a:cubicBezTo>
                <a:lnTo>
                  <a:pt x="114300" y="228600"/>
                </a:lnTo>
                <a:cubicBezTo>
                  <a:pt x="114300" y="207585"/>
                  <a:pt x="97215" y="190500"/>
                  <a:pt x="76200" y="190500"/>
                </a:cubicBezTo>
                <a:lnTo>
                  <a:pt x="76140" y="190500"/>
                </a:lnTo>
                <a:close/>
                <a:moveTo>
                  <a:pt x="238125" y="95250"/>
                </a:moveTo>
                <a:cubicBezTo>
                  <a:pt x="238125" y="79479"/>
                  <a:pt x="225321" y="66675"/>
                  <a:pt x="209550" y="66675"/>
                </a:cubicBezTo>
                <a:cubicBezTo>
                  <a:pt x="193779" y="66675"/>
                  <a:pt x="180975" y="79479"/>
                  <a:pt x="180975" y="95250"/>
                </a:cubicBezTo>
                <a:cubicBezTo>
                  <a:pt x="180975" y="111021"/>
                  <a:pt x="193779" y="123825"/>
                  <a:pt x="209550" y="123825"/>
                </a:cubicBezTo>
                <a:cubicBezTo>
                  <a:pt x="225321" y="123825"/>
                  <a:pt x="238125" y="111021"/>
                  <a:pt x="238125" y="9525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52" name="Text 50"/>
          <p:cNvSpPr/>
          <p:nvPr/>
        </p:nvSpPr>
        <p:spPr>
          <a:xfrm>
            <a:off x="11539944" y="1472921"/>
            <a:ext cx="2514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Zamonaviy Versiyalar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1031770" y="1980834"/>
            <a:ext cx="4508290" cy="660400"/>
          </a:xfrm>
          <a:custGeom>
            <a:avLst/>
            <a:gdLst/>
            <a:ahLst/>
            <a:cxnLst/>
            <a:rect l="l" t="t" r="r" b="b"/>
            <a:pathLst>
              <a:path w="4508290" h="660400">
                <a:moveTo>
                  <a:pt x="50380" y="0"/>
                </a:moveTo>
                <a:lnTo>
                  <a:pt x="4406688" y="0"/>
                </a:lnTo>
                <a:cubicBezTo>
                  <a:pt x="4462801" y="0"/>
                  <a:pt x="4508290" y="45489"/>
                  <a:pt x="4508290" y="101603"/>
                </a:cubicBezTo>
                <a:lnTo>
                  <a:pt x="4508290" y="558797"/>
                </a:lnTo>
                <a:cubicBezTo>
                  <a:pt x="4508290" y="614911"/>
                  <a:pt x="4462801" y="660400"/>
                  <a:pt x="4406688" y="660400"/>
                </a:cubicBez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54" name="Shape 52"/>
          <p:cNvSpPr/>
          <p:nvPr/>
        </p:nvSpPr>
        <p:spPr>
          <a:xfrm>
            <a:off x="11031770" y="1980834"/>
            <a:ext cx="50380" cy="660400"/>
          </a:xfrm>
          <a:custGeom>
            <a:avLst/>
            <a:gdLst/>
            <a:ahLst/>
            <a:cxnLst/>
            <a:rect l="l" t="t" r="r" b="b"/>
            <a:pathLst>
              <a:path w="50380" h="660400">
                <a:moveTo>
                  <a:pt x="50380" y="0"/>
                </a:moveTo>
                <a:lnTo>
                  <a:pt x="50380" y="0"/>
                </a:lnTo>
                <a:lnTo>
                  <a:pt x="50380" y="660400"/>
                </a:ln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55" name="Text 53"/>
          <p:cNvSpPr/>
          <p:nvPr/>
        </p:nvSpPr>
        <p:spPr>
          <a:xfrm>
            <a:off x="11158507" y="2082378"/>
            <a:ext cx="436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2010 - PowerPoint 2010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158507" y="2336378"/>
            <a:ext cx="4356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eksport, video tahrirlash, hamkorlik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1031770" y="2742574"/>
            <a:ext cx="4508290" cy="660400"/>
          </a:xfrm>
          <a:custGeom>
            <a:avLst/>
            <a:gdLst/>
            <a:ahLst/>
            <a:cxnLst/>
            <a:rect l="l" t="t" r="r" b="b"/>
            <a:pathLst>
              <a:path w="4508290" h="660400">
                <a:moveTo>
                  <a:pt x="50380" y="0"/>
                </a:moveTo>
                <a:lnTo>
                  <a:pt x="4406688" y="0"/>
                </a:lnTo>
                <a:cubicBezTo>
                  <a:pt x="4462801" y="0"/>
                  <a:pt x="4508290" y="45489"/>
                  <a:pt x="4508290" y="101603"/>
                </a:cubicBezTo>
                <a:lnTo>
                  <a:pt x="4508290" y="558797"/>
                </a:lnTo>
                <a:cubicBezTo>
                  <a:pt x="4508290" y="614911"/>
                  <a:pt x="4462801" y="660400"/>
                  <a:pt x="4406688" y="660400"/>
                </a:cubicBez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58" name="Shape 56"/>
          <p:cNvSpPr/>
          <p:nvPr/>
        </p:nvSpPr>
        <p:spPr>
          <a:xfrm>
            <a:off x="11031770" y="2742574"/>
            <a:ext cx="50380" cy="660400"/>
          </a:xfrm>
          <a:custGeom>
            <a:avLst/>
            <a:gdLst/>
            <a:ahLst/>
            <a:cxnLst/>
            <a:rect l="l" t="t" r="r" b="b"/>
            <a:pathLst>
              <a:path w="50380" h="660400">
                <a:moveTo>
                  <a:pt x="50380" y="0"/>
                </a:moveTo>
                <a:lnTo>
                  <a:pt x="50380" y="0"/>
                </a:lnTo>
                <a:lnTo>
                  <a:pt x="50380" y="660400"/>
                </a:ln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59" name="Text 57"/>
          <p:cNvSpPr/>
          <p:nvPr/>
        </p:nvSpPr>
        <p:spPr>
          <a:xfrm>
            <a:off x="11158507" y="2844118"/>
            <a:ext cx="436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2013 - PowerPoint 2013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158507" y="3098118"/>
            <a:ext cx="4356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Bulut integratsiyasi, mobil ilovalar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1031770" y="3504307"/>
            <a:ext cx="4508290" cy="660400"/>
          </a:xfrm>
          <a:custGeom>
            <a:avLst/>
            <a:gdLst/>
            <a:ahLst/>
            <a:cxnLst/>
            <a:rect l="l" t="t" r="r" b="b"/>
            <a:pathLst>
              <a:path w="4508290" h="660400">
                <a:moveTo>
                  <a:pt x="50380" y="0"/>
                </a:moveTo>
                <a:lnTo>
                  <a:pt x="4406688" y="0"/>
                </a:lnTo>
                <a:cubicBezTo>
                  <a:pt x="4462801" y="0"/>
                  <a:pt x="4508290" y="45489"/>
                  <a:pt x="4508290" y="101603"/>
                </a:cubicBezTo>
                <a:lnTo>
                  <a:pt x="4508290" y="558797"/>
                </a:lnTo>
                <a:cubicBezTo>
                  <a:pt x="4508290" y="614911"/>
                  <a:pt x="4462801" y="660400"/>
                  <a:pt x="4406688" y="660400"/>
                </a:cubicBez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62" name="Shape 60"/>
          <p:cNvSpPr/>
          <p:nvPr/>
        </p:nvSpPr>
        <p:spPr>
          <a:xfrm>
            <a:off x="11031770" y="3504307"/>
            <a:ext cx="50380" cy="660400"/>
          </a:xfrm>
          <a:custGeom>
            <a:avLst/>
            <a:gdLst/>
            <a:ahLst/>
            <a:cxnLst/>
            <a:rect l="l" t="t" r="r" b="b"/>
            <a:pathLst>
              <a:path w="50380" h="660400">
                <a:moveTo>
                  <a:pt x="50380" y="0"/>
                </a:moveTo>
                <a:lnTo>
                  <a:pt x="50380" y="0"/>
                </a:lnTo>
                <a:lnTo>
                  <a:pt x="50380" y="660400"/>
                </a:ln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63" name="Text 61"/>
          <p:cNvSpPr/>
          <p:nvPr/>
        </p:nvSpPr>
        <p:spPr>
          <a:xfrm>
            <a:off x="11158507" y="3605857"/>
            <a:ext cx="436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2016 - PowerPoint 2016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1158507" y="3859857"/>
            <a:ext cx="4356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hamkorlik, Morph, Designer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1031770" y="4266047"/>
            <a:ext cx="4508290" cy="660400"/>
          </a:xfrm>
          <a:custGeom>
            <a:avLst/>
            <a:gdLst/>
            <a:ahLst/>
            <a:cxnLst/>
            <a:rect l="l" t="t" r="r" b="b"/>
            <a:pathLst>
              <a:path w="4508290" h="660400">
                <a:moveTo>
                  <a:pt x="50380" y="0"/>
                </a:moveTo>
                <a:lnTo>
                  <a:pt x="4406688" y="0"/>
                </a:lnTo>
                <a:cubicBezTo>
                  <a:pt x="4462801" y="0"/>
                  <a:pt x="4508290" y="45489"/>
                  <a:pt x="4508290" y="101603"/>
                </a:cubicBezTo>
                <a:lnTo>
                  <a:pt x="4508290" y="558797"/>
                </a:lnTo>
                <a:cubicBezTo>
                  <a:pt x="4508290" y="614911"/>
                  <a:pt x="4462801" y="660400"/>
                  <a:pt x="4406688" y="660400"/>
                </a:cubicBez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66" name="Shape 64"/>
          <p:cNvSpPr/>
          <p:nvPr/>
        </p:nvSpPr>
        <p:spPr>
          <a:xfrm>
            <a:off x="11031770" y="4266047"/>
            <a:ext cx="50380" cy="660400"/>
          </a:xfrm>
          <a:custGeom>
            <a:avLst/>
            <a:gdLst/>
            <a:ahLst/>
            <a:cxnLst/>
            <a:rect l="l" t="t" r="r" b="b"/>
            <a:pathLst>
              <a:path w="50380" h="660400">
                <a:moveTo>
                  <a:pt x="50380" y="0"/>
                </a:moveTo>
                <a:lnTo>
                  <a:pt x="50380" y="0"/>
                </a:lnTo>
                <a:lnTo>
                  <a:pt x="50380" y="660400"/>
                </a:ln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67" name="Text 65"/>
          <p:cNvSpPr/>
          <p:nvPr/>
        </p:nvSpPr>
        <p:spPr>
          <a:xfrm>
            <a:off x="11158507" y="4367597"/>
            <a:ext cx="436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2019 - PowerPoint 2019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1158507" y="4621597"/>
            <a:ext cx="4356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3D modellar, Zoom, 4K video eksport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11031770" y="5027786"/>
            <a:ext cx="4508290" cy="660400"/>
          </a:xfrm>
          <a:custGeom>
            <a:avLst/>
            <a:gdLst/>
            <a:ahLst/>
            <a:cxnLst/>
            <a:rect l="l" t="t" r="r" b="b"/>
            <a:pathLst>
              <a:path w="4508290" h="660400">
                <a:moveTo>
                  <a:pt x="50380" y="0"/>
                </a:moveTo>
                <a:lnTo>
                  <a:pt x="4406688" y="0"/>
                </a:lnTo>
                <a:cubicBezTo>
                  <a:pt x="4462801" y="0"/>
                  <a:pt x="4508290" y="45489"/>
                  <a:pt x="4508290" y="101603"/>
                </a:cubicBezTo>
                <a:lnTo>
                  <a:pt x="4508290" y="558797"/>
                </a:lnTo>
                <a:cubicBezTo>
                  <a:pt x="4508290" y="614911"/>
                  <a:pt x="4462801" y="660400"/>
                  <a:pt x="4406688" y="660400"/>
                </a:cubicBez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70" name="Shape 68"/>
          <p:cNvSpPr/>
          <p:nvPr/>
        </p:nvSpPr>
        <p:spPr>
          <a:xfrm>
            <a:off x="11031770" y="5027786"/>
            <a:ext cx="50380" cy="660400"/>
          </a:xfrm>
          <a:custGeom>
            <a:avLst/>
            <a:gdLst/>
            <a:ahLst/>
            <a:cxnLst/>
            <a:rect l="l" t="t" r="r" b="b"/>
            <a:pathLst>
              <a:path w="50380" h="660400">
                <a:moveTo>
                  <a:pt x="50380" y="0"/>
                </a:moveTo>
                <a:lnTo>
                  <a:pt x="50380" y="0"/>
                </a:lnTo>
                <a:lnTo>
                  <a:pt x="50380" y="660400"/>
                </a:ln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71" name="Text 69"/>
          <p:cNvSpPr/>
          <p:nvPr/>
        </p:nvSpPr>
        <p:spPr>
          <a:xfrm>
            <a:off x="11158507" y="5129330"/>
            <a:ext cx="436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2021 - PowerPoint 2021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1158507" y="5383330"/>
            <a:ext cx="4356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Yaxshilangan hamkorlik, izohlarga javob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11031770" y="5789519"/>
            <a:ext cx="4508290" cy="660400"/>
          </a:xfrm>
          <a:custGeom>
            <a:avLst/>
            <a:gdLst/>
            <a:ahLst/>
            <a:cxnLst/>
            <a:rect l="l" t="t" r="r" b="b"/>
            <a:pathLst>
              <a:path w="4508290" h="660400">
                <a:moveTo>
                  <a:pt x="50380" y="0"/>
                </a:moveTo>
                <a:lnTo>
                  <a:pt x="4406688" y="0"/>
                </a:lnTo>
                <a:cubicBezTo>
                  <a:pt x="4462801" y="0"/>
                  <a:pt x="4508290" y="45489"/>
                  <a:pt x="4508290" y="101603"/>
                </a:cubicBezTo>
                <a:lnTo>
                  <a:pt x="4508290" y="558797"/>
                </a:lnTo>
                <a:cubicBezTo>
                  <a:pt x="4508290" y="614911"/>
                  <a:pt x="4462801" y="660400"/>
                  <a:pt x="4406688" y="660400"/>
                </a:cubicBez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gradFill rotWithShape="1" flip="none">
            <a:gsLst>
              <a:gs pos="0">
                <a:srgbClr val="E94560">
                  <a:alpha val="30000"/>
                </a:srgbClr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74" name="Shape 72"/>
          <p:cNvSpPr/>
          <p:nvPr/>
        </p:nvSpPr>
        <p:spPr>
          <a:xfrm>
            <a:off x="11031770" y="5789519"/>
            <a:ext cx="50380" cy="660400"/>
          </a:xfrm>
          <a:custGeom>
            <a:avLst/>
            <a:gdLst/>
            <a:ahLst/>
            <a:cxnLst/>
            <a:rect l="l" t="t" r="r" b="b"/>
            <a:pathLst>
              <a:path w="50380" h="660400">
                <a:moveTo>
                  <a:pt x="50380" y="0"/>
                </a:moveTo>
                <a:lnTo>
                  <a:pt x="50380" y="0"/>
                </a:lnTo>
                <a:lnTo>
                  <a:pt x="50380" y="660400"/>
                </a:lnTo>
                <a:lnTo>
                  <a:pt x="50380" y="660400"/>
                </a:lnTo>
                <a:cubicBezTo>
                  <a:pt x="22556" y="660400"/>
                  <a:pt x="0" y="637844"/>
                  <a:pt x="0" y="610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75" name="Text 73"/>
          <p:cNvSpPr/>
          <p:nvPr/>
        </p:nvSpPr>
        <p:spPr>
          <a:xfrm>
            <a:off x="11158507" y="5891070"/>
            <a:ext cx="436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2024 - PowerPoint 2024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1158507" y="6145070"/>
            <a:ext cx="4356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Cameo, Recording Studio, kengaytirilgan AI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533190" y="7721817"/>
            <a:ext cx="15214390" cy="914400"/>
          </a:xfrm>
          <a:custGeom>
            <a:avLst/>
            <a:gdLst/>
            <a:ahLst/>
            <a:cxnLst/>
            <a:rect l="l" t="t" r="r" b="b"/>
            <a:pathLst>
              <a:path w="15214390" h="914400">
                <a:moveTo>
                  <a:pt x="50380" y="0"/>
                </a:moveTo>
                <a:lnTo>
                  <a:pt x="15061987" y="0"/>
                </a:lnTo>
                <a:cubicBezTo>
                  <a:pt x="15146157" y="0"/>
                  <a:pt x="15214390" y="68233"/>
                  <a:pt x="15214390" y="152403"/>
                </a:cubicBezTo>
                <a:lnTo>
                  <a:pt x="15214390" y="761997"/>
                </a:lnTo>
                <a:cubicBezTo>
                  <a:pt x="15214390" y="846167"/>
                  <a:pt x="15146157" y="914400"/>
                  <a:pt x="15061987" y="914400"/>
                </a:cubicBezTo>
                <a:lnTo>
                  <a:pt x="50380" y="914400"/>
                </a:lnTo>
                <a:cubicBezTo>
                  <a:pt x="22556" y="914400"/>
                  <a:pt x="0" y="891844"/>
                  <a:pt x="0" y="864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gradFill rotWithShape="1" flip="none">
            <a:gsLst>
              <a:gs pos="0">
                <a:srgbClr val="E94560">
                  <a:alpha val="20000"/>
                </a:srgbClr>
              </a:gs>
              <a:gs pos="100000">
                <a:srgbClr val="16213E"/>
              </a:gs>
            </a:gsLst>
            <a:lin ang="0" scaled="1"/>
          </a:gradFill>
          <a:ln/>
        </p:spPr>
      </p:sp>
      <p:sp>
        <p:nvSpPr>
          <p:cNvPr id="78" name="Shape 76"/>
          <p:cNvSpPr/>
          <p:nvPr/>
        </p:nvSpPr>
        <p:spPr>
          <a:xfrm>
            <a:off x="533190" y="7721817"/>
            <a:ext cx="50380" cy="914400"/>
          </a:xfrm>
          <a:custGeom>
            <a:avLst/>
            <a:gdLst/>
            <a:ahLst/>
            <a:cxnLst/>
            <a:rect l="l" t="t" r="r" b="b"/>
            <a:pathLst>
              <a:path w="50380" h="914400">
                <a:moveTo>
                  <a:pt x="50380" y="0"/>
                </a:moveTo>
                <a:lnTo>
                  <a:pt x="50380" y="0"/>
                </a:lnTo>
                <a:lnTo>
                  <a:pt x="50380" y="914400"/>
                </a:lnTo>
                <a:lnTo>
                  <a:pt x="50380" y="914400"/>
                </a:lnTo>
                <a:cubicBezTo>
                  <a:pt x="22556" y="914400"/>
                  <a:pt x="0" y="891844"/>
                  <a:pt x="0" y="864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79" name="Shape 77"/>
          <p:cNvSpPr/>
          <p:nvPr/>
        </p:nvSpPr>
        <p:spPr>
          <a:xfrm>
            <a:off x="748845" y="802645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3350" y="95250"/>
                </a:moveTo>
                <a:cubicBezTo>
                  <a:pt x="133350" y="84736"/>
                  <a:pt x="141886" y="76200"/>
                  <a:pt x="152400" y="76200"/>
                </a:cubicBezTo>
                <a:cubicBezTo>
                  <a:pt x="162914" y="76200"/>
                  <a:pt x="171450" y="84736"/>
                  <a:pt x="171450" y="95250"/>
                </a:cubicBezTo>
                <a:cubicBezTo>
                  <a:pt x="171450" y="105764"/>
                  <a:pt x="162914" y="114300"/>
                  <a:pt x="152400" y="114300"/>
                </a:cubicBezTo>
                <a:cubicBezTo>
                  <a:pt x="141886" y="114300"/>
                  <a:pt x="133350" y="105764"/>
                  <a:pt x="133350" y="95250"/>
                </a:cubicBezTo>
                <a:close/>
                <a:moveTo>
                  <a:pt x="128588" y="133350"/>
                </a:moveTo>
                <a:lnTo>
                  <a:pt x="157163" y="133350"/>
                </a:lnTo>
                <a:cubicBezTo>
                  <a:pt x="165080" y="133350"/>
                  <a:pt x="171450" y="139720"/>
                  <a:pt x="171450" y="147638"/>
                </a:cubicBezTo>
                <a:lnTo>
                  <a:pt x="171450" y="200025"/>
                </a:lnTo>
                <a:lnTo>
                  <a:pt x="176212" y="200025"/>
                </a:lnTo>
                <a:cubicBezTo>
                  <a:pt x="184130" y="200025"/>
                  <a:pt x="190500" y="206395"/>
                  <a:pt x="190500" y="214313"/>
                </a:cubicBezTo>
                <a:cubicBezTo>
                  <a:pt x="190500" y="222230"/>
                  <a:pt x="184130" y="228600"/>
                  <a:pt x="176212" y="228600"/>
                </a:cubicBezTo>
                <a:lnTo>
                  <a:pt x="128588" y="228600"/>
                </a:lnTo>
                <a:cubicBezTo>
                  <a:pt x="120670" y="228600"/>
                  <a:pt x="114300" y="222230"/>
                  <a:pt x="114300" y="214313"/>
                </a:cubicBezTo>
                <a:cubicBezTo>
                  <a:pt x="114300" y="206395"/>
                  <a:pt x="120670" y="200025"/>
                  <a:pt x="128588" y="200025"/>
                </a:cubicBezTo>
                <a:lnTo>
                  <a:pt x="142875" y="200025"/>
                </a:lnTo>
                <a:lnTo>
                  <a:pt x="142875" y="161925"/>
                </a:lnTo>
                <a:lnTo>
                  <a:pt x="128588" y="161925"/>
                </a:lnTo>
                <a:cubicBezTo>
                  <a:pt x="120670" y="161925"/>
                  <a:pt x="114300" y="155555"/>
                  <a:pt x="114300" y="147638"/>
                </a:cubicBezTo>
                <a:cubicBezTo>
                  <a:pt x="114300" y="139720"/>
                  <a:pt x="120670" y="133350"/>
                  <a:pt x="128588" y="13335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80" name="Text 78"/>
          <p:cNvSpPr/>
          <p:nvPr/>
        </p:nvSpPr>
        <p:spPr>
          <a:xfrm>
            <a:off x="1294928" y="787418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Muhim Eslatma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294928" y="8229631"/>
            <a:ext cx="11531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PowerPoint 2019, 2021 va 2024 doimiy litsenziyali versiyalar. Microsoft 365 (365) doimiy yangilanib turadi va eng so'nggi xususiyatlarni o'z ichiga oladi.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Hamkorlik Vositalari: Real-Time Co-Authoring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8000" y="1117451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508000" y="1371364"/>
            <a:ext cx="7493000" cy="5791200"/>
          </a:xfrm>
          <a:custGeom>
            <a:avLst/>
            <a:gdLst/>
            <a:ahLst/>
            <a:cxnLst/>
            <a:rect l="l" t="t" r="r" b="b"/>
            <a:pathLst>
              <a:path w="7493000" h="5791200">
                <a:moveTo>
                  <a:pt x="203213" y="0"/>
                </a:moveTo>
                <a:lnTo>
                  <a:pt x="7289787" y="0"/>
                </a:lnTo>
                <a:cubicBezTo>
                  <a:pt x="7402018" y="0"/>
                  <a:pt x="7493000" y="90982"/>
                  <a:pt x="7493000" y="203213"/>
                </a:cubicBezTo>
                <a:lnTo>
                  <a:pt x="7493000" y="5587987"/>
                </a:lnTo>
                <a:cubicBezTo>
                  <a:pt x="7493000" y="5700218"/>
                  <a:pt x="7402018" y="5791200"/>
                  <a:pt x="7289787" y="5791200"/>
                </a:cubicBezTo>
                <a:lnTo>
                  <a:pt x="203213" y="5791200"/>
                </a:lnTo>
                <a:cubicBezTo>
                  <a:pt x="90982" y="5791200"/>
                  <a:pt x="0" y="5700218"/>
                  <a:pt x="0" y="5587987"/>
                </a:cubicBezTo>
                <a:lnTo>
                  <a:pt x="0" y="203213"/>
                </a:lnTo>
                <a:cubicBezTo>
                  <a:pt x="0" y="91057"/>
                  <a:pt x="91057" y="0"/>
                  <a:pt x="203213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765175" y="1638052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238125" y="11906"/>
                </a:moveTo>
                <a:cubicBezTo>
                  <a:pt x="280838" y="11906"/>
                  <a:pt x="315516" y="46584"/>
                  <a:pt x="315516" y="89297"/>
                </a:cubicBezTo>
                <a:cubicBezTo>
                  <a:pt x="315516" y="132010"/>
                  <a:pt x="280838" y="166688"/>
                  <a:pt x="238125" y="166688"/>
                </a:cubicBezTo>
                <a:cubicBezTo>
                  <a:pt x="195412" y="166688"/>
                  <a:pt x="160734" y="132010"/>
                  <a:pt x="160734" y="89297"/>
                </a:cubicBezTo>
                <a:cubicBezTo>
                  <a:pt x="160734" y="46584"/>
                  <a:pt x="195412" y="11906"/>
                  <a:pt x="238125" y="11906"/>
                </a:cubicBezTo>
                <a:close/>
                <a:moveTo>
                  <a:pt x="71438" y="65484"/>
                </a:moveTo>
                <a:cubicBezTo>
                  <a:pt x="101008" y="65484"/>
                  <a:pt x="125016" y="89492"/>
                  <a:pt x="125016" y="119063"/>
                </a:cubicBezTo>
                <a:cubicBezTo>
                  <a:pt x="125016" y="148633"/>
                  <a:pt x="101008" y="172641"/>
                  <a:pt x="71438" y="172641"/>
                </a:cubicBezTo>
                <a:cubicBezTo>
                  <a:pt x="41867" y="172641"/>
                  <a:pt x="17859" y="148633"/>
                  <a:pt x="17859" y="119063"/>
                </a:cubicBezTo>
                <a:cubicBezTo>
                  <a:pt x="17859" y="89492"/>
                  <a:pt x="41867" y="65484"/>
                  <a:pt x="71437" y="65484"/>
                </a:cubicBezTo>
                <a:close/>
                <a:moveTo>
                  <a:pt x="0" y="309563"/>
                </a:moveTo>
                <a:cubicBezTo>
                  <a:pt x="0" y="256952"/>
                  <a:pt x="42639" y="214313"/>
                  <a:pt x="95250" y="214313"/>
                </a:cubicBezTo>
                <a:cubicBezTo>
                  <a:pt x="104775" y="214313"/>
                  <a:pt x="114002" y="215726"/>
                  <a:pt x="122709" y="218331"/>
                </a:cubicBezTo>
                <a:cubicBezTo>
                  <a:pt x="98227" y="245715"/>
                  <a:pt x="83344" y="281880"/>
                  <a:pt x="83344" y="321469"/>
                </a:cubicBezTo>
                <a:lnTo>
                  <a:pt x="83344" y="333375"/>
                </a:lnTo>
                <a:cubicBezTo>
                  <a:pt x="83344" y="341858"/>
                  <a:pt x="85130" y="349895"/>
                  <a:pt x="88329" y="357188"/>
                </a:cubicBezTo>
                <a:lnTo>
                  <a:pt x="23812" y="357188"/>
                </a:lnTo>
                <a:cubicBezTo>
                  <a:pt x="10641" y="357188"/>
                  <a:pt x="0" y="346546"/>
                  <a:pt x="0" y="333375"/>
                </a:cubicBezTo>
                <a:lnTo>
                  <a:pt x="0" y="309563"/>
                </a:lnTo>
                <a:close/>
                <a:moveTo>
                  <a:pt x="387921" y="357188"/>
                </a:moveTo>
                <a:cubicBezTo>
                  <a:pt x="391120" y="349895"/>
                  <a:pt x="392906" y="341858"/>
                  <a:pt x="392906" y="333375"/>
                </a:cubicBezTo>
                <a:lnTo>
                  <a:pt x="392906" y="321469"/>
                </a:lnTo>
                <a:cubicBezTo>
                  <a:pt x="392906" y="281880"/>
                  <a:pt x="378023" y="245715"/>
                  <a:pt x="353541" y="218331"/>
                </a:cubicBezTo>
                <a:cubicBezTo>
                  <a:pt x="362248" y="215726"/>
                  <a:pt x="371475" y="214313"/>
                  <a:pt x="381000" y="214313"/>
                </a:cubicBezTo>
                <a:cubicBezTo>
                  <a:pt x="433611" y="214313"/>
                  <a:pt x="476250" y="256952"/>
                  <a:pt x="476250" y="309563"/>
                </a:cubicBezTo>
                <a:lnTo>
                  <a:pt x="476250" y="333375"/>
                </a:lnTo>
                <a:cubicBezTo>
                  <a:pt x="476250" y="346546"/>
                  <a:pt x="465609" y="357188"/>
                  <a:pt x="452438" y="357188"/>
                </a:cubicBezTo>
                <a:lnTo>
                  <a:pt x="387921" y="357188"/>
                </a:lnTo>
                <a:close/>
                <a:moveTo>
                  <a:pt x="351234" y="119063"/>
                </a:moveTo>
                <a:cubicBezTo>
                  <a:pt x="351234" y="89492"/>
                  <a:pt x="375242" y="65484"/>
                  <a:pt x="404813" y="65484"/>
                </a:cubicBezTo>
                <a:cubicBezTo>
                  <a:pt x="434383" y="65484"/>
                  <a:pt x="458391" y="89492"/>
                  <a:pt x="458391" y="119062"/>
                </a:cubicBezTo>
                <a:cubicBezTo>
                  <a:pt x="458391" y="148633"/>
                  <a:pt x="434383" y="172641"/>
                  <a:pt x="404813" y="172641"/>
                </a:cubicBezTo>
                <a:cubicBezTo>
                  <a:pt x="375242" y="172641"/>
                  <a:pt x="351234" y="148633"/>
                  <a:pt x="351234" y="119063"/>
                </a:cubicBezTo>
                <a:close/>
                <a:moveTo>
                  <a:pt x="119063" y="321469"/>
                </a:moveTo>
                <a:cubicBezTo>
                  <a:pt x="119063" y="255687"/>
                  <a:pt x="172343" y="202406"/>
                  <a:pt x="238125" y="202406"/>
                </a:cubicBezTo>
                <a:cubicBezTo>
                  <a:pt x="303907" y="202406"/>
                  <a:pt x="357188" y="255687"/>
                  <a:pt x="357188" y="321469"/>
                </a:cubicBezTo>
                <a:lnTo>
                  <a:pt x="357188" y="333375"/>
                </a:lnTo>
                <a:cubicBezTo>
                  <a:pt x="357188" y="346546"/>
                  <a:pt x="346546" y="357188"/>
                  <a:pt x="333375" y="357188"/>
                </a:cubicBezTo>
                <a:lnTo>
                  <a:pt x="142875" y="357188"/>
                </a:lnTo>
                <a:cubicBezTo>
                  <a:pt x="129704" y="357188"/>
                  <a:pt x="119063" y="346546"/>
                  <a:pt x="119063" y="333375"/>
                </a:cubicBezTo>
                <a:lnTo>
                  <a:pt x="119063" y="321469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1390615" y="1625364"/>
            <a:ext cx="3429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Co-Authoring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234915"/>
            <a:ext cx="7086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PowerPointning real-time hamkorlik xususiyatlari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bir vaqtning o'zida bir nechta foydalanuvchilarga bir xil taqdimot ustida ishlash imkonini beradi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87190" y="3098292"/>
            <a:ext cx="6959390" cy="914400"/>
          </a:xfrm>
          <a:custGeom>
            <a:avLst/>
            <a:gdLst/>
            <a:ahLst/>
            <a:cxnLst/>
            <a:rect l="l" t="t" r="r" b="b"/>
            <a:pathLst>
              <a:path w="6959390" h="914400">
                <a:moveTo>
                  <a:pt x="50380" y="0"/>
                </a:moveTo>
                <a:lnTo>
                  <a:pt x="6857791" y="0"/>
                </a:lnTo>
                <a:cubicBezTo>
                  <a:pt x="6913903" y="0"/>
                  <a:pt x="6959390" y="45487"/>
                  <a:pt x="6959390" y="101599"/>
                </a:cubicBezTo>
                <a:lnTo>
                  <a:pt x="6959390" y="812801"/>
                </a:lnTo>
                <a:cubicBezTo>
                  <a:pt x="6959390" y="868913"/>
                  <a:pt x="6913903" y="914400"/>
                  <a:pt x="6857791" y="914400"/>
                </a:cubicBezTo>
                <a:lnTo>
                  <a:pt x="50380" y="914400"/>
                </a:lnTo>
                <a:cubicBezTo>
                  <a:pt x="22556" y="914400"/>
                  <a:pt x="0" y="891844"/>
                  <a:pt x="0" y="864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9" name="Shape 7"/>
          <p:cNvSpPr/>
          <p:nvPr/>
        </p:nvSpPr>
        <p:spPr>
          <a:xfrm>
            <a:off x="787190" y="3098292"/>
            <a:ext cx="50380" cy="914400"/>
          </a:xfrm>
          <a:custGeom>
            <a:avLst/>
            <a:gdLst/>
            <a:ahLst/>
            <a:cxnLst/>
            <a:rect l="l" t="t" r="r" b="b"/>
            <a:pathLst>
              <a:path w="50380" h="914400">
                <a:moveTo>
                  <a:pt x="50380" y="0"/>
                </a:moveTo>
                <a:lnTo>
                  <a:pt x="50380" y="0"/>
                </a:lnTo>
                <a:lnTo>
                  <a:pt x="50380" y="914400"/>
                </a:lnTo>
                <a:lnTo>
                  <a:pt x="50380" y="914400"/>
                </a:lnTo>
                <a:cubicBezTo>
                  <a:pt x="22556" y="914400"/>
                  <a:pt x="0" y="891844"/>
                  <a:pt x="0" y="864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0" name="Shape 8"/>
          <p:cNvSpPr/>
          <p:nvPr/>
        </p:nvSpPr>
        <p:spPr>
          <a:xfrm>
            <a:off x="990145" y="330138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6154" y="90686"/>
                </a:moveTo>
                <a:cubicBezTo>
                  <a:pt x="31433" y="53777"/>
                  <a:pt x="63222" y="25400"/>
                  <a:pt x="101600" y="25400"/>
                </a:cubicBezTo>
                <a:cubicBezTo>
                  <a:pt x="122634" y="25400"/>
                  <a:pt x="141684" y="33933"/>
                  <a:pt x="155496" y="47704"/>
                </a:cubicBezTo>
                <a:cubicBezTo>
                  <a:pt x="155575" y="47784"/>
                  <a:pt x="155654" y="47863"/>
                  <a:pt x="155734" y="47943"/>
                </a:cubicBezTo>
                <a:lnTo>
                  <a:pt x="158750" y="50800"/>
                </a:lnTo>
                <a:lnTo>
                  <a:pt x="139740" y="50800"/>
                </a:lnTo>
                <a:cubicBezTo>
                  <a:pt x="132715" y="50800"/>
                  <a:pt x="127040" y="56475"/>
                  <a:pt x="127040" y="63500"/>
                </a:cubicBezTo>
                <a:cubicBezTo>
                  <a:pt x="127040" y="70525"/>
                  <a:pt x="132715" y="76200"/>
                  <a:pt x="139740" y="76200"/>
                </a:cubicBezTo>
                <a:lnTo>
                  <a:pt x="190540" y="76200"/>
                </a:lnTo>
                <a:cubicBezTo>
                  <a:pt x="197564" y="76200"/>
                  <a:pt x="203240" y="70525"/>
                  <a:pt x="203240" y="63500"/>
                </a:cubicBezTo>
                <a:lnTo>
                  <a:pt x="203240" y="12700"/>
                </a:lnTo>
                <a:cubicBezTo>
                  <a:pt x="203240" y="5675"/>
                  <a:pt x="197564" y="0"/>
                  <a:pt x="190540" y="0"/>
                </a:cubicBezTo>
                <a:cubicBezTo>
                  <a:pt x="183515" y="0"/>
                  <a:pt x="177840" y="5675"/>
                  <a:pt x="177840" y="12700"/>
                </a:cubicBezTo>
                <a:lnTo>
                  <a:pt x="177840" y="33893"/>
                </a:lnTo>
                <a:lnTo>
                  <a:pt x="173355" y="29647"/>
                </a:lnTo>
                <a:cubicBezTo>
                  <a:pt x="154980" y="11351"/>
                  <a:pt x="129580" y="0"/>
                  <a:pt x="101600" y="0"/>
                </a:cubicBezTo>
                <a:cubicBezTo>
                  <a:pt x="50403" y="0"/>
                  <a:pt x="8057" y="37862"/>
                  <a:pt x="1032" y="87114"/>
                </a:cubicBezTo>
                <a:cubicBezTo>
                  <a:pt x="40" y="94059"/>
                  <a:pt x="4842" y="100489"/>
                  <a:pt x="11787" y="101481"/>
                </a:cubicBezTo>
                <a:cubicBezTo>
                  <a:pt x="18733" y="102473"/>
                  <a:pt x="25162" y="97631"/>
                  <a:pt x="26154" y="90726"/>
                </a:cubicBezTo>
                <a:close/>
                <a:moveTo>
                  <a:pt x="202168" y="116086"/>
                </a:moveTo>
                <a:cubicBezTo>
                  <a:pt x="203160" y="109141"/>
                  <a:pt x="198318" y="102711"/>
                  <a:pt x="191413" y="101719"/>
                </a:cubicBezTo>
                <a:cubicBezTo>
                  <a:pt x="184507" y="100727"/>
                  <a:pt x="178038" y="105569"/>
                  <a:pt x="177046" y="112474"/>
                </a:cubicBezTo>
                <a:cubicBezTo>
                  <a:pt x="171767" y="149384"/>
                  <a:pt x="139978" y="177760"/>
                  <a:pt x="101600" y="177760"/>
                </a:cubicBezTo>
                <a:cubicBezTo>
                  <a:pt x="80566" y="177760"/>
                  <a:pt x="61516" y="169228"/>
                  <a:pt x="47704" y="155456"/>
                </a:cubicBezTo>
                <a:cubicBezTo>
                  <a:pt x="47625" y="155377"/>
                  <a:pt x="47546" y="155297"/>
                  <a:pt x="47466" y="155218"/>
                </a:cubicBezTo>
                <a:lnTo>
                  <a:pt x="44450" y="152360"/>
                </a:lnTo>
                <a:lnTo>
                  <a:pt x="63460" y="152360"/>
                </a:lnTo>
                <a:cubicBezTo>
                  <a:pt x="70485" y="152360"/>
                  <a:pt x="76160" y="146685"/>
                  <a:pt x="76160" y="139660"/>
                </a:cubicBezTo>
                <a:cubicBezTo>
                  <a:pt x="76160" y="132636"/>
                  <a:pt x="70485" y="126960"/>
                  <a:pt x="63460" y="126960"/>
                </a:cubicBezTo>
                <a:lnTo>
                  <a:pt x="12700" y="127000"/>
                </a:lnTo>
                <a:cubicBezTo>
                  <a:pt x="9327" y="127000"/>
                  <a:pt x="6072" y="128349"/>
                  <a:pt x="3691" y="130770"/>
                </a:cubicBezTo>
                <a:cubicBezTo>
                  <a:pt x="1310" y="133191"/>
                  <a:pt x="-40" y="136406"/>
                  <a:pt x="0" y="139819"/>
                </a:cubicBezTo>
                <a:lnTo>
                  <a:pt x="397" y="190222"/>
                </a:lnTo>
                <a:cubicBezTo>
                  <a:pt x="437" y="197247"/>
                  <a:pt x="6191" y="202883"/>
                  <a:pt x="13216" y="202803"/>
                </a:cubicBezTo>
                <a:cubicBezTo>
                  <a:pt x="20241" y="202724"/>
                  <a:pt x="25876" y="197009"/>
                  <a:pt x="25797" y="189984"/>
                </a:cubicBezTo>
                <a:lnTo>
                  <a:pt x="25638" y="169545"/>
                </a:lnTo>
                <a:lnTo>
                  <a:pt x="29885" y="173553"/>
                </a:lnTo>
                <a:cubicBezTo>
                  <a:pt x="48260" y="191849"/>
                  <a:pt x="73620" y="203200"/>
                  <a:pt x="101600" y="203200"/>
                </a:cubicBezTo>
                <a:cubicBezTo>
                  <a:pt x="152797" y="203200"/>
                  <a:pt x="195143" y="165338"/>
                  <a:pt x="202168" y="116086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1320293" y="3250654"/>
            <a:ext cx="271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Bir Vaqtning O'zida Tahrirlash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4745" y="3606118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Bir nechta foydalanuvchilar bir vaqtning o'zida slaydlarni tahrirlaydi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7190" y="4164843"/>
            <a:ext cx="6959390" cy="914400"/>
          </a:xfrm>
          <a:custGeom>
            <a:avLst/>
            <a:gdLst/>
            <a:ahLst/>
            <a:cxnLst/>
            <a:rect l="l" t="t" r="r" b="b"/>
            <a:pathLst>
              <a:path w="6959390" h="914400">
                <a:moveTo>
                  <a:pt x="50380" y="0"/>
                </a:moveTo>
                <a:lnTo>
                  <a:pt x="6857791" y="0"/>
                </a:lnTo>
                <a:cubicBezTo>
                  <a:pt x="6913903" y="0"/>
                  <a:pt x="6959390" y="45487"/>
                  <a:pt x="6959390" y="101599"/>
                </a:cubicBezTo>
                <a:lnTo>
                  <a:pt x="6959390" y="812801"/>
                </a:lnTo>
                <a:cubicBezTo>
                  <a:pt x="6959390" y="868913"/>
                  <a:pt x="6913903" y="914400"/>
                  <a:pt x="6857791" y="914400"/>
                </a:cubicBezTo>
                <a:lnTo>
                  <a:pt x="50380" y="914400"/>
                </a:lnTo>
                <a:cubicBezTo>
                  <a:pt x="22556" y="914400"/>
                  <a:pt x="0" y="891844"/>
                  <a:pt x="0" y="864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14" name="Shape 12"/>
          <p:cNvSpPr/>
          <p:nvPr/>
        </p:nvSpPr>
        <p:spPr>
          <a:xfrm>
            <a:off x="787190" y="4164843"/>
            <a:ext cx="50380" cy="914400"/>
          </a:xfrm>
          <a:custGeom>
            <a:avLst/>
            <a:gdLst/>
            <a:ahLst/>
            <a:cxnLst/>
            <a:rect l="l" t="t" r="r" b="b"/>
            <a:pathLst>
              <a:path w="50380" h="914400">
                <a:moveTo>
                  <a:pt x="50380" y="0"/>
                </a:moveTo>
                <a:lnTo>
                  <a:pt x="50380" y="0"/>
                </a:lnTo>
                <a:lnTo>
                  <a:pt x="50380" y="914400"/>
                </a:lnTo>
                <a:lnTo>
                  <a:pt x="50380" y="914400"/>
                </a:lnTo>
                <a:cubicBezTo>
                  <a:pt x="22556" y="914400"/>
                  <a:pt x="0" y="891844"/>
                  <a:pt x="0" y="864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977445" y="4367932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52400" y="57150"/>
                </a:moveTo>
                <a:cubicBezTo>
                  <a:pt x="152400" y="95726"/>
                  <a:pt x="118269" y="127000"/>
                  <a:pt x="76200" y="127000"/>
                </a:cubicBezTo>
                <a:cubicBezTo>
                  <a:pt x="65603" y="127000"/>
                  <a:pt x="55523" y="125016"/>
                  <a:pt x="46355" y="121444"/>
                </a:cubicBezTo>
                <a:lnTo>
                  <a:pt x="13970" y="138589"/>
                </a:lnTo>
                <a:cubicBezTo>
                  <a:pt x="10279" y="140533"/>
                  <a:pt x="5755" y="139859"/>
                  <a:pt x="2778" y="136922"/>
                </a:cubicBezTo>
                <a:cubicBezTo>
                  <a:pt x="-198" y="133985"/>
                  <a:pt x="-873" y="129421"/>
                  <a:pt x="1111" y="125730"/>
                </a:cubicBezTo>
                <a:lnTo>
                  <a:pt x="15240" y="99060"/>
                </a:lnTo>
                <a:cubicBezTo>
                  <a:pt x="5675" y="87392"/>
                  <a:pt x="0" y="72866"/>
                  <a:pt x="0" y="57150"/>
                </a:cubicBezTo>
                <a:cubicBezTo>
                  <a:pt x="0" y="18574"/>
                  <a:pt x="34131" y="-12700"/>
                  <a:pt x="76200" y="-12700"/>
                </a:cubicBezTo>
                <a:cubicBezTo>
                  <a:pt x="118269" y="-12700"/>
                  <a:pt x="152400" y="18574"/>
                  <a:pt x="152400" y="57150"/>
                </a:cubicBezTo>
                <a:close/>
                <a:moveTo>
                  <a:pt x="152400" y="203200"/>
                </a:moveTo>
                <a:cubicBezTo>
                  <a:pt x="115054" y="203200"/>
                  <a:pt x="83979" y="178554"/>
                  <a:pt x="77470" y="146050"/>
                </a:cubicBezTo>
                <a:cubicBezTo>
                  <a:pt x="125095" y="145455"/>
                  <a:pt x="166489" y="111562"/>
                  <a:pt x="171053" y="65603"/>
                </a:cubicBezTo>
                <a:cubicBezTo>
                  <a:pt x="204113" y="73223"/>
                  <a:pt x="228600" y="100648"/>
                  <a:pt x="228600" y="133350"/>
                </a:cubicBezTo>
                <a:cubicBezTo>
                  <a:pt x="228600" y="149066"/>
                  <a:pt x="222925" y="163592"/>
                  <a:pt x="213360" y="175260"/>
                </a:cubicBezTo>
                <a:lnTo>
                  <a:pt x="227489" y="201930"/>
                </a:lnTo>
                <a:cubicBezTo>
                  <a:pt x="229433" y="205621"/>
                  <a:pt x="228759" y="210145"/>
                  <a:pt x="225822" y="213122"/>
                </a:cubicBezTo>
                <a:cubicBezTo>
                  <a:pt x="222885" y="216098"/>
                  <a:pt x="218321" y="216773"/>
                  <a:pt x="214630" y="214789"/>
                </a:cubicBezTo>
                <a:lnTo>
                  <a:pt x="182245" y="197644"/>
                </a:lnTo>
                <a:cubicBezTo>
                  <a:pt x="173077" y="201216"/>
                  <a:pt x="162997" y="203200"/>
                  <a:pt x="152400" y="20320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1320293" y="4317206"/>
            <a:ext cx="200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Izohlar va @Mentions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4745" y="4672670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Slaydlarga izohlar qoldirish va foydalanuvchilarni eslatish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87190" y="5231395"/>
            <a:ext cx="6959390" cy="914400"/>
          </a:xfrm>
          <a:custGeom>
            <a:avLst/>
            <a:gdLst/>
            <a:ahLst/>
            <a:cxnLst/>
            <a:rect l="l" t="t" r="r" b="b"/>
            <a:pathLst>
              <a:path w="6959390" h="914400">
                <a:moveTo>
                  <a:pt x="50380" y="0"/>
                </a:moveTo>
                <a:lnTo>
                  <a:pt x="6857791" y="0"/>
                </a:lnTo>
                <a:cubicBezTo>
                  <a:pt x="6913903" y="0"/>
                  <a:pt x="6959390" y="45487"/>
                  <a:pt x="6959390" y="101599"/>
                </a:cubicBezTo>
                <a:lnTo>
                  <a:pt x="6959390" y="812801"/>
                </a:lnTo>
                <a:cubicBezTo>
                  <a:pt x="6959390" y="868913"/>
                  <a:pt x="6913903" y="914400"/>
                  <a:pt x="6857791" y="914400"/>
                </a:cubicBezTo>
                <a:lnTo>
                  <a:pt x="50380" y="914400"/>
                </a:lnTo>
                <a:cubicBezTo>
                  <a:pt x="22556" y="914400"/>
                  <a:pt x="0" y="891844"/>
                  <a:pt x="0" y="864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19" name="Shape 17"/>
          <p:cNvSpPr/>
          <p:nvPr/>
        </p:nvSpPr>
        <p:spPr>
          <a:xfrm>
            <a:off x="787190" y="5231395"/>
            <a:ext cx="50380" cy="914400"/>
          </a:xfrm>
          <a:custGeom>
            <a:avLst/>
            <a:gdLst/>
            <a:ahLst/>
            <a:cxnLst/>
            <a:rect l="l" t="t" r="r" b="b"/>
            <a:pathLst>
              <a:path w="50380" h="914400">
                <a:moveTo>
                  <a:pt x="50380" y="0"/>
                </a:moveTo>
                <a:lnTo>
                  <a:pt x="50380" y="0"/>
                </a:lnTo>
                <a:lnTo>
                  <a:pt x="50380" y="914400"/>
                </a:lnTo>
                <a:lnTo>
                  <a:pt x="50380" y="914400"/>
                </a:lnTo>
                <a:cubicBezTo>
                  <a:pt x="22556" y="914400"/>
                  <a:pt x="0" y="891844"/>
                  <a:pt x="0" y="8640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0" name="Shape 18"/>
          <p:cNvSpPr/>
          <p:nvPr/>
        </p:nvSpPr>
        <p:spPr>
          <a:xfrm>
            <a:off x="977445" y="5434496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14300" y="25400"/>
                </a:moveTo>
                <a:cubicBezTo>
                  <a:pt x="156369" y="25400"/>
                  <a:pt x="190500" y="59531"/>
                  <a:pt x="190500" y="101600"/>
                </a:cubicBezTo>
                <a:cubicBezTo>
                  <a:pt x="190500" y="143669"/>
                  <a:pt x="156369" y="177800"/>
                  <a:pt x="114300" y="177800"/>
                </a:cubicBezTo>
                <a:cubicBezTo>
                  <a:pt x="88424" y="177800"/>
                  <a:pt x="65524" y="164902"/>
                  <a:pt x="51753" y="145137"/>
                </a:cubicBezTo>
                <a:cubicBezTo>
                  <a:pt x="47744" y="139383"/>
                  <a:pt x="39807" y="137993"/>
                  <a:pt x="34052" y="142002"/>
                </a:cubicBezTo>
                <a:cubicBezTo>
                  <a:pt x="28297" y="146010"/>
                  <a:pt x="26908" y="153948"/>
                  <a:pt x="30917" y="159703"/>
                </a:cubicBezTo>
                <a:cubicBezTo>
                  <a:pt x="49252" y="185976"/>
                  <a:pt x="79772" y="203200"/>
                  <a:pt x="114300" y="203200"/>
                </a:cubicBezTo>
                <a:cubicBezTo>
                  <a:pt x="170418" y="203200"/>
                  <a:pt x="215900" y="157718"/>
                  <a:pt x="215900" y="101600"/>
                </a:cubicBezTo>
                <a:cubicBezTo>
                  <a:pt x="215900" y="45482"/>
                  <a:pt x="170418" y="0"/>
                  <a:pt x="114300" y="0"/>
                </a:cubicBezTo>
                <a:cubicBezTo>
                  <a:pt x="80288" y="0"/>
                  <a:pt x="50205" y="16708"/>
                  <a:pt x="31750" y="42347"/>
                </a:cubicBezTo>
                <a:lnTo>
                  <a:pt x="31750" y="31750"/>
                </a:lnTo>
                <a:cubicBezTo>
                  <a:pt x="31750" y="24725"/>
                  <a:pt x="26075" y="19050"/>
                  <a:pt x="19050" y="19050"/>
                </a:cubicBezTo>
                <a:cubicBezTo>
                  <a:pt x="12025" y="19050"/>
                  <a:pt x="6350" y="24725"/>
                  <a:pt x="6350" y="31750"/>
                </a:cubicBezTo>
                <a:lnTo>
                  <a:pt x="6350" y="76200"/>
                </a:lnTo>
                <a:cubicBezTo>
                  <a:pt x="6350" y="83225"/>
                  <a:pt x="12025" y="88900"/>
                  <a:pt x="19050" y="88900"/>
                </a:cubicBezTo>
                <a:lnTo>
                  <a:pt x="28813" y="88900"/>
                </a:lnTo>
                <a:cubicBezTo>
                  <a:pt x="29012" y="88900"/>
                  <a:pt x="29210" y="88900"/>
                  <a:pt x="29408" y="88900"/>
                </a:cubicBezTo>
                <a:lnTo>
                  <a:pt x="63540" y="88900"/>
                </a:lnTo>
                <a:cubicBezTo>
                  <a:pt x="70564" y="88900"/>
                  <a:pt x="76240" y="83225"/>
                  <a:pt x="76240" y="76200"/>
                </a:cubicBezTo>
                <a:cubicBezTo>
                  <a:pt x="76240" y="69175"/>
                  <a:pt x="70564" y="63500"/>
                  <a:pt x="63540" y="63500"/>
                </a:cubicBezTo>
                <a:lnTo>
                  <a:pt x="48339" y="63500"/>
                </a:lnTo>
                <a:cubicBezTo>
                  <a:pt x="61476" y="40719"/>
                  <a:pt x="86122" y="25400"/>
                  <a:pt x="114300" y="25400"/>
                </a:cubicBezTo>
                <a:close/>
                <a:moveTo>
                  <a:pt x="123825" y="60325"/>
                </a:moveTo>
                <a:cubicBezTo>
                  <a:pt x="123825" y="55047"/>
                  <a:pt x="119578" y="50800"/>
                  <a:pt x="114300" y="50800"/>
                </a:cubicBezTo>
                <a:cubicBezTo>
                  <a:pt x="109022" y="50800"/>
                  <a:pt x="104775" y="55047"/>
                  <a:pt x="104775" y="60325"/>
                </a:cubicBezTo>
                <a:lnTo>
                  <a:pt x="104775" y="101600"/>
                </a:lnTo>
                <a:cubicBezTo>
                  <a:pt x="104775" y="104140"/>
                  <a:pt x="105767" y="106561"/>
                  <a:pt x="107553" y="108347"/>
                </a:cubicBezTo>
                <a:lnTo>
                  <a:pt x="136128" y="136922"/>
                </a:lnTo>
                <a:cubicBezTo>
                  <a:pt x="139859" y="140652"/>
                  <a:pt x="145891" y="140652"/>
                  <a:pt x="149582" y="136922"/>
                </a:cubicBezTo>
                <a:cubicBezTo>
                  <a:pt x="153273" y="133191"/>
                  <a:pt x="153313" y="127159"/>
                  <a:pt x="149582" y="123468"/>
                </a:cubicBezTo>
                <a:lnTo>
                  <a:pt x="123785" y="97671"/>
                </a:lnTo>
                <a:lnTo>
                  <a:pt x="123785" y="60325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1" name="Text 19"/>
          <p:cNvSpPr/>
          <p:nvPr/>
        </p:nvSpPr>
        <p:spPr>
          <a:xfrm>
            <a:off x="1320293" y="5383758"/>
            <a:ext cx="130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Versiya Tarixi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4745" y="5739222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O'zgarishlarni kuzatish va oldingi versiyalarga qaytish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55001" y="1371364"/>
            <a:ext cx="7493000" cy="5791200"/>
          </a:xfrm>
          <a:custGeom>
            <a:avLst/>
            <a:gdLst/>
            <a:ahLst/>
            <a:cxnLst/>
            <a:rect l="l" t="t" r="r" b="b"/>
            <a:pathLst>
              <a:path w="7493000" h="5791200">
                <a:moveTo>
                  <a:pt x="203213" y="0"/>
                </a:moveTo>
                <a:lnTo>
                  <a:pt x="7289787" y="0"/>
                </a:lnTo>
                <a:cubicBezTo>
                  <a:pt x="7402018" y="0"/>
                  <a:pt x="7493000" y="90982"/>
                  <a:pt x="7493000" y="203213"/>
                </a:cubicBezTo>
                <a:lnTo>
                  <a:pt x="7493000" y="5587987"/>
                </a:lnTo>
                <a:cubicBezTo>
                  <a:pt x="7493000" y="5700218"/>
                  <a:pt x="7402018" y="5791200"/>
                  <a:pt x="7289787" y="5791200"/>
                </a:cubicBezTo>
                <a:lnTo>
                  <a:pt x="203213" y="5791200"/>
                </a:lnTo>
                <a:cubicBezTo>
                  <a:pt x="90982" y="5791200"/>
                  <a:pt x="0" y="5700218"/>
                  <a:pt x="0" y="5587987"/>
                </a:cubicBezTo>
                <a:lnTo>
                  <a:pt x="0" y="203213"/>
                </a:lnTo>
                <a:cubicBezTo>
                  <a:pt x="0" y="91057"/>
                  <a:pt x="91057" y="0"/>
                  <a:pt x="203213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24" name="Shape 22"/>
          <p:cNvSpPr/>
          <p:nvPr/>
        </p:nvSpPr>
        <p:spPr>
          <a:xfrm>
            <a:off x="8512176" y="1638052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09488" y="156642"/>
                </a:moveTo>
                <a:cubicBezTo>
                  <a:pt x="318567" y="154186"/>
                  <a:pt x="328092" y="158502"/>
                  <a:pt x="332184" y="166911"/>
                </a:cubicBezTo>
                <a:lnTo>
                  <a:pt x="346025" y="194890"/>
                </a:lnTo>
                <a:cubicBezTo>
                  <a:pt x="353690" y="195932"/>
                  <a:pt x="361206" y="198016"/>
                  <a:pt x="368275" y="200918"/>
                </a:cubicBezTo>
                <a:lnTo>
                  <a:pt x="394320" y="183579"/>
                </a:lnTo>
                <a:cubicBezTo>
                  <a:pt x="402134" y="178371"/>
                  <a:pt x="412477" y="179412"/>
                  <a:pt x="419100" y="186035"/>
                </a:cubicBezTo>
                <a:lnTo>
                  <a:pt x="433388" y="200323"/>
                </a:lnTo>
                <a:cubicBezTo>
                  <a:pt x="440010" y="206946"/>
                  <a:pt x="441052" y="217363"/>
                  <a:pt x="435843" y="225103"/>
                </a:cubicBezTo>
                <a:lnTo>
                  <a:pt x="418505" y="251073"/>
                </a:lnTo>
                <a:cubicBezTo>
                  <a:pt x="419919" y="254571"/>
                  <a:pt x="421184" y="258217"/>
                  <a:pt x="422225" y="262012"/>
                </a:cubicBezTo>
                <a:cubicBezTo>
                  <a:pt x="423267" y="265807"/>
                  <a:pt x="423937" y="269528"/>
                  <a:pt x="424458" y="273323"/>
                </a:cubicBezTo>
                <a:lnTo>
                  <a:pt x="452512" y="287164"/>
                </a:lnTo>
                <a:cubicBezTo>
                  <a:pt x="460921" y="291331"/>
                  <a:pt x="465237" y="300856"/>
                  <a:pt x="462781" y="309860"/>
                </a:cubicBezTo>
                <a:lnTo>
                  <a:pt x="457572" y="329357"/>
                </a:lnTo>
                <a:cubicBezTo>
                  <a:pt x="455116" y="338361"/>
                  <a:pt x="446708" y="344463"/>
                  <a:pt x="437331" y="343867"/>
                </a:cubicBezTo>
                <a:lnTo>
                  <a:pt x="406078" y="341858"/>
                </a:lnTo>
                <a:cubicBezTo>
                  <a:pt x="401389" y="347886"/>
                  <a:pt x="395957" y="353467"/>
                  <a:pt x="389781" y="358229"/>
                </a:cubicBezTo>
                <a:lnTo>
                  <a:pt x="391790" y="389409"/>
                </a:lnTo>
                <a:cubicBezTo>
                  <a:pt x="392385" y="398785"/>
                  <a:pt x="386283" y="407268"/>
                  <a:pt x="377279" y="409649"/>
                </a:cubicBezTo>
                <a:lnTo>
                  <a:pt x="357783" y="414858"/>
                </a:lnTo>
                <a:cubicBezTo>
                  <a:pt x="348704" y="417314"/>
                  <a:pt x="339254" y="412998"/>
                  <a:pt x="335087" y="404589"/>
                </a:cubicBezTo>
                <a:lnTo>
                  <a:pt x="321246" y="376610"/>
                </a:lnTo>
                <a:cubicBezTo>
                  <a:pt x="313581" y="375568"/>
                  <a:pt x="306065" y="373484"/>
                  <a:pt x="298996" y="370582"/>
                </a:cubicBezTo>
                <a:lnTo>
                  <a:pt x="272951" y="387921"/>
                </a:lnTo>
                <a:cubicBezTo>
                  <a:pt x="265137" y="393129"/>
                  <a:pt x="254794" y="392088"/>
                  <a:pt x="248171" y="385465"/>
                </a:cubicBezTo>
                <a:lnTo>
                  <a:pt x="233883" y="371177"/>
                </a:lnTo>
                <a:cubicBezTo>
                  <a:pt x="227261" y="364554"/>
                  <a:pt x="226219" y="354211"/>
                  <a:pt x="231428" y="346397"/>
                </a:cubicBezTo>
                <a:lnTo>
                  <a:pt x="248766" y="320353"/>
                </a:lnTo>
                <a:cubicBezTo>
                  <a:pt x="247352" y="316855"/>
                  <a:pt x="246087" y="313209"/>
                  <a:pt x="245046" y="309414"/>
                </a:cubicBezTo>
                <a:cubicBezTo>
                  <a:pt x="244004" y="305619"/>
                  <a:pt x="243334" y="301823"/>
                  <a:pt x="242813" y="298103"/>
                </a:cubicBezTo>
                <a:lnTo>
                  <a:pt x="214759" y="284262"/>
                </a:lnTo>
                <a:cubicBezTo>
                  <a:pt x="206350" y="280095"/>
                  <a:pt x="202109" y="270570"/>
                  <a:pt x="204490" y="261565"/>
                </a:cubicBezTo>
                <a:lnTo>
                  <a:pt x="209699" y="242069"/>
                </a:lnTo>
                <a:cubicBezTo>
                  <a:pt x="212154" y="233065"/>
                  <a:pt x="220563" y="226963"/>
                  <a:pt x="229939" y="227558"/>
                </a:cubicBezTo>
                <a:lnTo>
                  <a:pt x="261119" y="229567"/>
                </a:lnTo>
                <a:cubicBezTo>
                  <a:pt x="265807" y="223540"/>
                  <a:pt x="271239" y="217959"/>
                  <a:pt x="277416" y="213196"/>
                </a:cubicBezTo>
                <a:lnTo>
                  <a:pt x="275406" y="182091"/>
                </a:lnTo>
                <a:cubicBezTo>
                  <a:pt x="274811" y="172715"/>
                  <a:pt x="280913" y="164232"/>
                  <a:pt x="289917" y="161851"/>
                </a:cubicBezTo>
                <a:lnTo>
                  <a:pt x="309414" y="156642"/>
                </a:lnTo>
                <a:close/>
                <a:moveTo>
                  <a:pt x="333673" y="253008"/>
                </a:moveTo>
                <a:cubicBezTo>
                  <a:pt x="315602" y="253028"/>
                  <a:pt x="300947" y="267716"/>
                  <a:pt x="300968" y="285787"/>
                </a:cubicBezTo>
                <a:cubicBezTo>
                  <a:pt x="300988" y="303858"/>
                  <a:pt x="315676" y="318513"/>
                  <a:pt x="333747" y="318492"/>
                </a:cubicBezTo>
                <a:cubicBezTo>
                  <a:pt x="351818" y="318472"/>
                  <a:pt x="366473" y="303784"/>
                  <a:pt x="366452" y="285713"/>
                </a:cubicBezTo>
                <a:cubicBezTo>
                  <a:pt x="366432" y="267642"/>
                  <a:pt x="351744" y="252987"/>
                  <a:pt x="333673" y="253008"/>
                </a:cubicBezTo>
                <a:close/>
                <a:moveTo>
                  <a:pt x="167357" y="-33858"/>
                </a:moveTo>
                <a:lnTo>
                  <a:pt x="186854" y="-28649"/>
                </a:lnTo>
                <a:cubicBezTo>
                  <a:pt x="195858" y="-26194"/>
                  <a:pt x="201960" y="-17711"/>
                  <a:pt x="201364" y="-8409"/>
                </a:cubicBezTo>
                <a:lnTo>
                  <a:pt x="199355" y="22696"/>
                </a:lnTo>
                <a:cubicBezTo>
                  <a:pt x="205532" y="27459"/>
                  <a:pt x="210964" y="32965"/>
                  <a:pt x="215652" y="39067"/>
                </a:cubicBezTo>
                <a:lnTo>
                  <a:pt x="246906" y="37058"/>
                </a:lnTo>
                <a:cubicBezTo>
                  <a:pt x="256208" y="36463"/>
                  <a:pt x="264691" y="42565"/>
                  <a:pt x="267146" y="51569"/>
                </a:cubicBezTo>
                <a:lnTo>
                  <a:pt x="272355" y="71065"/>
                </a:lnTo>
                <a:cubicBezTo>
                  <a:pt x="274737" y="80070"/>
                  <a:pt x="270495" y="89595"/>
                  <a:pt x="262086" y="93762"/>
                </a:cubicBezTo>
                <a:lnTo>
                  <a:pt x="234032" y="107603"/>
                </a:lnTo>
                <a:cubicBezTo>
                  <a:pt x="233511" y="111398"/>
                  <a:pt x="232767" y="115193"/>
                  <a:pt x="231800" y="118914"/>
                </a:cubicBezTo>
                <a:cubicBezTo>
                  <a:pt x="230832" y="122634"/>
                  <a:pt x="229493" y="126355"/>
                  <a:pt x="228079" y="129853"/>
                </a:cubicBezTo>
                <a:lnTo>
                  <a:pt x="245418" y="155897"/>
                </a:lnTo>
                <a:cubicBezTo>
                  <a:pt x="250627" y="163711"/>
                  <a:pt x="249585" y="174054"/>
                  <a:pt x="242962" y="180677"/>
                </a:cubicBezTo>
                <a:lnTo>
                  <a:pt x="228674" y="194965"/>
                </a:lnTo>
                <a:cubicBezTo>
                  <a:pt x="222052" y="201588"/>
                  <a:pt x="211708" y="202629"/>
                  <a:pt x="203895" y="197421"/>
                </a:cubicBezTo>
                <a:lnTo>
                  <a:pt x="177850" y="180082"/>
                </a:lnTo>
                <a:cubicBezTo>
                  <a:pt x="170780" y="182984"/>
                  <a:pt x="163264" y="185068"/>
                  <a:pt x="155600" y="186110"/>
                </a:cubicBezTo>
                <a:lnTo>
                  <a:pt x="141759" y="214089"/>
                </a:lnTo>
                <a:cubicBezTo>
                  <a:pt x="137592" y="222498"/>
                  <a:pt x="128067" y="226740"/>
                  <a:pt x="119063" y="224358"/>
                </a:cubicBezTo>
                <a:lnTo>
                  <a:pt x="99566" y="219149"/>
                </a:lnTo>
                <a:cubicBezTo>
                  <a:pt x="90488" y="216694"/>
                  <a:pt x="84460" y="208211"/>
                  <a:pt x="85055" y="198909"/>
                </a:cubicBezTo>
                <a:lnTo>
                  <a:pt x="87064" y="167729"/>
                </a:lnTo>
                <a:cubicBezTo>
                  <a:pt x="80888" y="162967"/>
                  <a:pt x="75456" y="157460"/>
                  <a:pt x="70768" y="151358"/>
                </a:cubicBezTo>
                <a:lnTo>
                  <a:pt x="39514" y="153367"/>
                </a:lnTo>
                <a:cubicBezTo>
                  <a:pt x="30212" y="153963"/>
                  <a:pt x="21729" y="147861"/>
                  <a:pt x="19273" y="138857"/>
                </a:cubicBezTo>
                <a:lnTo>
                  <a:pt x="14064" y="119360"/>
                </a:lnTo>
                <a:cubicBezTo>
                  <a:pt x="11683" y="110356"/>
                  <a:pt x="15925" y="100831"/>
                  <a:pt x="24333" y="96664"/>
                </a:cubicBezTo>
                <a:lnTo>
                  <a:pt x="52388" y="82823"/>
                </a:lnTo>
                <a:cubicBezTo>
                  <a:pt x="52908" y="79028"/>
                  <a:pt x="53653" y="75307"/>
                  <a:pt x="54620" y="71512"/>
                </a:cubicBezTo>
                <a:cubicBezTo>
                  <a:pt x="55662" y="67717"/>
                  <a:pt x="56852" y="64071"/>
                  <a:pt x="58341" y="60573"/>
                </a:cubicBezTo>
                <a:lnTo>
                  <a:pt x="41002" y="34603"/>
                </a:lnTo>
                <a:cubicBezTo>
                  <a:pt x="35793" y="26789"/>
                  <a:pt x="36835" y="16446"/>
                  <a:pt x="43458" y="9823"/>
                </a:cubicBezTo>
                <a:lnTo>
                  <a:pt x="57745" y="-4465"/>
                </a:lnTo>
                <a:cubicBezTo>
                  <a:pt x="64368" y="-11088"/>
                  <a:pt x="74712" y="-12129"/>
                  <a:pt x="82525" y="-6921"/>
                </a:cubicBezTo>
                <a:lnTo>
                  <a:pt x="108570" y="10418"/>
                </a:lnTo>
                <a:cubicBezTo>
                  <a:pt x="115639" y="7516"/>
                  <a:pt x="123155" y="5432"/>
                  <a:pt x="130820" y="4390"/>
                </a:cubicBezTo>
                <a:lnTo>
                  <a:pt x="144661" y="-23589"/>
                </a:lnTo>
                <a:cubicBezTo>
                  <a:pt x="148828" y="-31998"/>
                  <a:pt x="158279" y="-36240"/>
                  <a:pt x="167357" y="-33858"/>
                </a:cubicBezTo>
                <a:close/>
                <a:moveTo>
                  <a:pt x="143173" y="62508"/>
                </a:moveTo>
                <a:cubicBezTo>
                  <a:pt x="125102" y="62508"/>
                  <a:pt x="110430" y="77179"/>
                  <a:pt x="110430" y="95250"/>
                </a:cubicBezTo>
                <a:cubicBezTo>
                  <a:pt x="110430" y="113321"/>
                  <a:pt x="125102" y="127992"/>
                  <a:pt x="143173" y="127992"/>
                </a:cubicBezTo>
                <a:cubicBezTo>
                  <a:pt x="161244" y="127992"/>
                  <a:pt x="175915" y="113321"/>
                  <a:pt x="175915" y="95250"/>
                </a:cubicBezTo>
                <a:cubicBezTo>
                  <a:pt x="175915" y="77179"/>
                  <a:pt x="161244" y="62508"/>
                  <a:pt x="143173" y="62508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5" name="Text 23"/>
          <p:cNvSpPr/>
          <p:nvPr/>
        </p:nvSpPr>
        <p:spPr>
          <a:xfrm>
            <a:off x="9137615" y="1625364"/>
            <a:ext cx="2679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Qanday Ishlatiladi?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509001" y="223491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7" name="Text 25"/>
          <p:cNvSpPr/>
          <p:nvPr/>
        </p:nvSpPr>
        <p:spPr>
          <a:xfrm>
            <a:off x="8451851" y="2234915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69365" y="2234915"/>
            <a:ext cx="379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Bulutga Saqlash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69365" y="2590378"/>
            <a:ext cx="3784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Taqdimotni OneDrive yoki SharePointga saqlang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09001" y="299674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1" name="Text 29"/>
          <p:cNvSpPr/>
          <p:nvPr/>
        </p:nvSpPr>
        <p:spPr>
          <a:xfrm>
            <a:off x="8451851" y="2996741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69365" y="2996741"/>
            <a:ext cx="403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Ulashish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69365" y="3352205"/>
            <a:ext cx="402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"Share" tugmasini bosing va hamkorlarni taklif qiling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509001" y="375856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5" name="Text 33"/>
          <p:cNvSpPr/>
          <p:nvPr/>
        </p:nvSpPr>
        <p:spPr>
          <a:xfrm>
            <a:off x="8451851" y="3758567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69365" y="3758567"/>
            <a:ext cx="4813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Birga Ishlash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169365" y="4114031"/>
            <a:ext cx="4800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Hamma bir vaqtning o'zida tahrirlaydi, o'zgarishlar real vaqtda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509001" y="452039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9" name="Text 37"/>
          <p:cNvSpPr/>
          <p:nvPr/>
        </p:nvSpPr>
        <p:spPr>
          <a:xfrm>
            <a:off x="8451851" y="4520394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69365" y="4520394"/>
            <a:ext cx="411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Versiyalarni Boshqarish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69365" y="4875845"/>
            <a:ext cx="410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&gt; Info &gt; Version History orqali versiyalarni ko'ring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534191" y="6350781"/>
            <a:ext cx="6959390" cy="558800"/>
          </a:xfrm>
          <a:custGeom>
            <a:avLst/>
            <a:gdLst/>
            <a:ahLst/>
            <a:cxnLst/>
            <a:rect l="l" t="t" r="r" b="b"/>
            <a:pathLst>
              <a:path w="6959390" h="558800">
                <a:moveTo>
                  <a:pt x="50380" y="0"/>
                </a:moveTo>
                <a:lnTo>
                  <a:pt x="6857789" y="0"/>
                </a:lnTo>
                <a:cubicBezTo>
                  <a:pt x="6913902" y="0"/>
                  <a:pt x="6959390" y="45488"/>
                  <a:pt x="6959390" y="101601"/>
                </a:cubicBezTo>
                <a:lnTo>
                  <a:pt x="6959390" y="457199"/>
                </a:lnTo>
                <a:cubicBezTo>
                  <a:pt x="6959390" y="513312"/>
                  <a:pt x="6913902" y="558800"/>
                  <a:pt x="6857789" y="558800"/>
                </a:cubicBezTo>
                <a:lnTo>
                  <a:pt x="50380" y="558800"/>
                </a:lnTo>
                <a:cubicBezTo>
                  <a:pt x="22556" y="558800"/>
                  <a:pt x="0" y="536244"/>
                  <a:pt x="0" y="5084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gradFill rotWithShape="1" flip="none">
            <a:gsLst>
              <a:gs pos="0">
                <a:srgbClr val="E94560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3" name="Shape 41"/>
          <p:cNvSpPr/>
          <p:nvPr/>
        </p:nvSpPr>
        <p:spPr>
          <a:xfrm>
            <a:off x="8534191" y="6350781"/>
            <a:ext cx="50380" cy="558800"/>
          </a:xfrm>
          <a:custGeom>
            <a:avLst/>
            <a:gdLst/>
            <a:ahLst/>
            <a:cxnLst/>
            <a:rect l="l" t="t" r="r" b="b"/>
            <a:pathLst>
              <a:path w="50380" h="558800">
                <a:moveTo>
                  <a:pt x="50380" y="0"/>
                </a:moveTo>
                <a:lnTo>
                  <a:pt x="50380" y="0"/>
                </a:lnTo>
                <a:lnTo>
                  <a:pt x="50380" y="558800"/>
                </a:lnTo>
                <a:lnTo>
                  <a:pt x="50380" y="558800"/>
                </a:lnTo>
                <a:cubicBezTo>
                  <a:pt x="22556" y="558800"/>
                  <a:pt x="0" y="536244"/>
                  <a:pt x="0" y="508420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44" name="Shape 42"/>
          <p:cNvSpPr/>
          <p:nvPr/>
        </p:nvSpPr>
        <p:spPr>
          <a:xfrm>
            <a:off x="8737146" y="6531136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77788" y="55563"/>
                </a:moveTo>
                <a:cubicBezTo>
                  <a:pt x="77788" y="49429"/>
                  <a:pt x="82767" y="44450"/>
                  <a:pt x="88900" y="44450"/>
                </a:cubicBezTo>
                <a:cubicBezTo>
                  <a:pt x="95033" y="44450"/>
                  <a:pt x="100013" y="49429"/>
                  <a:pt x="100013" y="55563"/>
                </a:cubicBezTo>
                <a:cubicBezTo>
                  <a:pt x="100013" y="61696"/>
                  <a:pt x="95033" y="66675"/>
                  <a:pt x="88900" y="66675"/>
                </a:cubicBezTo>
                <a:cubicBezTo>
                  <a:pt x="82767" y="66675"/>
                  <a:pt x="77788" y="61696"/>
                  <a:pt x="77788" y="55563"/>
                </a:cubicBezTo>
                <a:close/>
                <a:moveTo>
                  <a:pt x="75009" y="77788"/>
                </a:moveTo>
                <a:lnTo>
                  <a:pt x="91678" y="77788"/>
                </a:lnTo>
                <a:cubicBezTo>
                  <a:pt x="96297" y="77788"/>
                  <a:pt x="100013" y="81503"/>
                  <a:pt x="100013" y="86122"/>
                </a:cubicBezTo>
                <a:lnTo>
                  <a:pt x="100013" y="116681"/>
                </a:lnTo>
                <a:lnTo>
                  <a:pt x="102791" y="116681"/>
                </a:lnTo>
                <a:cubicBezTo>
                  <a:pt x="107409" y="116681"/>
                  <a:pt x="111125" y="120397"/>
                  <a:pt x="111125" y="125016"/>
                </a:cubicBezTo>
                <a:cubicBezTo>
                  <a:pt x="111125" y="129634"/>
                  <a:pt x="107409" y="133350"/>
                  <a:pt x="102791" y="133350"/>
                </a:cubicBezTo>
                <a:lnTo>
                  <a:pt x="75009" y="133350"/>
                </a:lnTo>
                <a:cubicBezTo>
                  <a:pt x="70391" y="133350"/>
                  <a:pt x="66675" y="129634"/>
                  <a:pt x="66675" y="125016"/>
                </a:cubicBezTo>
                <a:cubicBezTo>
                  <a:pt x="66675" y="120397"/>
                  <a:pt x="70391" y="116681"/>
                  <a:pt x="75009" y="116681"/>
                </a:cubicBezTo>
                <a:lnTo>
                  <a:pt x="83344" y="116681"/>
                </a:lnTo>
                <a:lnTo>
                  <a:pt x="83344" y="94456"/>
                </a:lnTo>
                <a:lnTo>
                  <a:pt x="75009" y="94456"/>
                </a:lnTo>
                <a:cubicBezTo>
                  <a:pt x="70391" y="94456"/>
                  <a:pt x="66675" y="90741"/>
                  <a:pt x="66675" y="86122"/>
                </a:cubicBezTo>
                <a:cubicBezTo>
                  <a:pt x="66675" y="81503"/>
                  <a:pt x="70391" y="77788"/>
                  <a:pt x="75009" y="77788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45" name="Text 43"/>
          <p:cNvSpPr/>
          <p:nvPr/>
        </p:nvSpPr>
        <p:spPr>
          <a:xfrm>
            <a:off x="9041946" y="6503144"/>
            <a:ext cx="638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Integratsiya: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Microsoft Teams bilan to'liq integratsiya.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08000" y="7391885"/>
            <a:ext cx="3695700" cy="1244390"/>
          </a:xfrm>
          <a:custGeom>
            <a:avLst/>
            <a:gdLst/>
            <a:ahLst/>
            <a:cxnLst/>
            <a:rect l="l" t="t" r="r" b="b"/>
            <a:pathLst>
              <a:path w="3695700" h="1244390">
                <a:moveTo>
                  <a:pt x="50380" y="0"/>
                </a:moveTo>
                <a:lnTo>
                  <a:pt x="3645320" y="0"/>
                </a:lnTo>
                <a:cubicBezTo>
                  <a:pt x="3673144" y="0"/>
                  <a:pt x="3695700" y="22556"/>
                  <a:pt x="3695700" y="50380"/>
                </a:cubicBezTo>
                <a:lnTo>
                  <a:pt x="3695700" y="1142786"/>
                </a:lnTo>
                <a:cubicBezTo>
                  <a:pt x="3695700" y="1198900"/>
                  <a:pt x="3650210" y="1244390"/>
                  <a:pt x="3594096" y="1244390"/>
                </a:cubicBezTo>
                <a:lnTo>
                  <a:pt x="101604" y="1244390"/>
                </a:lnTo>
                <a:cubicBezTo>
                  <a:pt x="45490" y="1244390"/>
                  <a:pt x="0" y="1198900"/>
                  <a:pt x="0" y="1142786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47" name="Shape 45"/>
          <p:cNvSpPr/>
          <p:nvPr/>
        </p:nvSpPr>
        <p:spPr>
          <a:xfrm>
            <a:off x="508000" y="7391885"/>
            <a:ext cx="3695700" cy="50380"/>
          </a:xfrm>
          <a:custGeom>
            <a:avLst/>
            <a:gdLst/>
            <a:ahLst/>
            <a:cxnLst/>
            <a:rect l="l" t="t" r="r" b="b"/>
            <a:pathLst>
              <a:path w="3695700" h="50380">
                <a:moveTo>
                  <a:pt x="50380" y="0"/>
                </a:moveTo>
                <a:lnTo>
                  <a:pt x="3645320" y="0"/>
                </a:lnTo>
                <a:cubicBezTo>
                  <a:pt x="3673144" y="0"/>
                  <a:pt x="3695700" y="22556"/>
                  <a:pt x="3695700" y="50380"/>
                </a:cubicBezTo>
                <a:lnTo>
                  <a:pt x="3695700" y="50380"/>
                </a:lnTo>
                <a:lnTo>
                  <a:pt x="0" y="50380"/>
                </a:ln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48" name="Shape 46"/>
          <p:cNvSpPr/>
          <p:nvPr/>
        </p:nvSpPr>
        <p:spPr>
          <a:xfrm>
            <a:off x="2184348" y="7569436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0" y="200025"/>
                </a:moveTo>
                <a:cubicBezTo>
                  <a:pt x="0" y="247352"/>
                  <a:pt x="38398" y="285750"/>
                  <a:pt x="85725" y="285750"/>
                </a:cubicBezTo>
                <a:lnTo>
                  <a:pt x="266700" y="285750"/>
                </a:lnTo>
                <a:cubicBezTo>
                  <a:pt x="308789" y="285750"/>
                  <a:pt x="342900" y="251639"/>
                  <a:pt x="342900" y="209550"/>
                </a:cubicBezTo>
                <a:cubicBezTo>
                  <a:pt x="342900" y="178832"/>
                  <a:pt x="324743" y="152340"/>
                  <a:pt x="298549" y="140315"/>
                </a:cubicBezTo>
                <a:cubicBezTo>
                  <a:pt x="302538" y="132517"/>
                  <a:pt x="304800" y="123646"/>
                  <a:pt x="304800" y="114300"/>
                </a:cubicBezTo>
                <a:cubicBezTo>
                  <a:pt x="304800" y="82748"/>
                  <a:pt x="279202" y="57150"/>
                  <a:pt x="247650" y="57150"/>
                </a:cubicBezTo>
                <a:cubicBezTo>
                  <a:pt x="237113" y="57150"/>
                  <a:pt x="227290" y="60007"/>
                  <a:pt x="218837" y="64949"/>
                </a:cubicBezTo>
                <a:cubicBezTo>
                  <a:pt x="204490" y="37683"/>
                  <a:pt x="175855" y="19050"/>
                  <a:pt x="142875" y="19050"/>
                </a:cubicBezTo>
                <a:cubicBezTo>
                  <a:pt x="95548" y="19050"/>
                  <a:pt x="57150" y="57448"/>
                  <a:pt x="57150" y="104775"/>
                </a:cubicBezTo>
                <a:cubicBezTo>
                  <a:pt x="57150" y="109537"/>
                  <a:pt x="57567" y="114240"/>
                  <a:pt x="58281" y="118765"/>
                </a:cubicBezTo>
                <a:cubicBezTo>
                  <a:pt x="24408" y="130195"/>
                  <a:pt x="0" y="162282"/>
                  <a:pt x="0" y="200025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49" name="Text 47"/>
          <p:cNvSpPr/>
          <p:nvPr/>
        </p:nvSpPr>
        <p:spPr>
          <a:xfrm>
            <a:off x="615915" y="7975811"/>
            <a:ext cx="347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Bulut Saqlash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22265" y="8280536"/>
            <a:ext cx="3467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OneDrive / SharePoint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356048" y="7391885"/>
            <a:ext cx="3695700" cy="1244390"/>
          </a:xfrm>
          <a:custGeom>
            <a:avLst/>
            <a:gdLst/>
            <a:ahLst/>
            <a:cxnLst/>
            <a:rect l="l" t="t" r="r" b="b"/>
            <a:pathLst>
              <a:path w="3695700" h="1244390">
                <a:moveTo>
                  <a:pt x="50380" y="0"/>
                </a:moveTo>
                <a:lnTo>
                  <a:pt x="3645320" y="0"/>
                </a:lnTo>
                <a:cubicBezTo>
                  <a:pt x="3673144" y="0"/>
                  <a:pt x="3695700" y="22556"/>
                  <a:pt x="3695700" y="50380"/>
                </a:cubicBezTo>
                <a:lnTo>
                  <a:pt x="3695700" y="1142786"/>
                </a:lnTo>
                <a:cubicBezTo>
                  <a:pt x="3695700" y="1198900"/>
                  <a:pt x="3650210" y="1244390"/>
                  <a:pt x="3594096" y="1244390"/>
                </a:cubicBezTo>
                <a:lnTo>
                  <a:pt x="101604" y="1244390"/>
                </a:lnTo>
                <a:cubicBezTo>
                  <a:pt x="45490" y="1244390"/>
                  <a:pt x="0" y="1198900"/>
                  <a:pt x="0" y="1142786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52" name="Shape 50"/>
          <p:cNvSpPr/>
          <p:nvPr/>
        </p:nvSpPr>
        <p:spPr>
          <a:xfrm>
            <a:off x="4356048" y="7391885"/>
            <a:ext cx="3695700" cy="50380"/>
          </a:xfrm>
          <a:custGeom>
            <a:avLst/>
            <a:gdLst/>
            <a:ahLst/>
            <a:cxnLst/>
            <a:rect l="l" t="t" r="r" b="b"/>
            <a:pathLst>
              <a:path w="3695700" h="50380">
                <a:moveTo>
                  <a:pt x="50380" y="0"/>
                </a:moveTo>
                <a:lnTo>
                  <a:pt x="3645320" y="0"/>
                </a:lnTo>
                <a:cubicBezTo>
                  <a:pt x="3673144" y="0"/>
                  <a:pt x="3695700" y="22556"/>
                  <a:pt x="3695700" y="50380"/>
                </a:cubicBezTo>
                <a:lnTo>
                  <a:pt x="3695700" y="50380"/>
                </a:lnTo>
                <a:lnTo>
                  <a:pt x="0" y="50380"/>
                </a:ln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53" name="Shape 51"/>
          <p:cNvSpPr/>
          <p:nvPr/>
        </p:nvSpPr>
        <p:spPr>
          <a:xfrm>
            <a:off x="6032483" y="7569436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8100" y="76200"/>
                </a:moveTo>
                <a:cubicBezTo>
                  <a:pt x="38100" y="39401"/>
                  <a:pt x="67976" y="9525"/>
                  <a:pt x="104775" y="9525"/>
                </a:cubicBezTo>
                <a:cubicBezTo>
                  <a:pt x="141574" y="9525"/>
                  <a:pt x="171450" y="39401"/>
                  <a:pt x="171450" y="76200"/>
                </a:cubicBezTo>
                <a:cubicBezTo>
                  <a:pt x="171450" y="112999"/>
                  <a:pt x="141574" y="142875"/>
                  <a:pt x="104775" y="142875"/>
                </a:cubicBezTo>
                <a:cubicBezTo>
                  <a:pt x="67976" y="142875"/>
                  <a:pt x="38100" y="112999"/>
                  <a:pt x="38100" y="76200"/>
                </a:cubicBezTo>
                <a:close/>
                <a:moveTo>
                  <a:pt x="0" y="276225"/>
                </a:moveTo>
                <a:cubicBezTo>
                  <a:pt x="0" y="218361"/>
                  <a:pt x="46911" y="171450"/>
                  <a:pt x="104775" y="171450"/>
                </a:cubicBezTo>
                <a:cubicBezTo>
                  <a:pt x="162639" y="171450"/>
                  <a:pt x="209550" y="218361"/>
                  <a:pt x="209550" y="276225"/>
                </a:cubicBezTo>
                <a:lnTo>
                  <a:pt x="209550" y="279797"/>
                </a:lnTo>
                <a:cubicBezTo>
                  <a:pt x="209550" y="293608"/>
                  <a:pt x="198358" y="304800"/>
                  <a:pt x="184547" y="304800"/>
                </a:cubicBezTo>
                <a:lnTo>
                  <a:pt x="25003" y="304800"/>
                </a:lnTo>
                <a:cubicBezTo>
                  <a:pt x="11192" y="304800"/>
                  <a:pt x="0" y="293608"/>
                  <a:pt x="0" y="279797"/>
                </a:cubicBezTo>
                <a:lnTo>
                  <a:pt x="0" y="276225"/>
                </a:lnTo>
                <a:close/>
                <a:moveTo>
                  <a:pt x="257175" y="38100"/>
                </a:moveTo>
                <a:cubicBezTo>
                  <a:pt x="288717" y="38100"/>
                  <a:pt x="314325" y="63708"/>
                  <a:pt x="314325" y="95250"/>
                </a:cubicBezTo>
                <a:cubicBezTo>
                  <a:pt x="314325" y="126792"/>
                  <a:pt x="288717" y="152400"/>
                  <a:pt x="257175" y="152400"/>
                </a:cubicBezTo>
                <a:cubicBezTo>
                  <a:pt x="225633" y="152400"/>
                  <a:pt x="200025" y="126792"/>
                  <a:pt x="200025" y="95250"/>
                </a:cubicBezTo>
                <a:cubicBezTo>
                  <a:pt x="200025" y="63708"/>
                  <a:pt x="225633" y="38100"/>
                  <a:pt x="257175" y="38100"/>
                </a:cubicBezTo>
                <a:close/>
                <a:moveTo>
                  <a:pt x="257175" y="180975"/>
                </a:moveTo>
                <a:cubicBezTo>
                  <a:pt x="304502" y="180975"/>
                  <a:pt x="342900" y="219373"/>
                  <a:pt x="342900" y="266700"/>
                </a:cubicBezTo>
                <a:lnTo>
                  <a:pt x="342900" y="280035"/>
                </a:lnTo>
                <a:cubicBezTo>
                  <a:pt x="342900" y="293727"/>
                  <a:pt x="331827" y="304800"/>
                  <a:pt x="318135" y="304800"/>
                </a:cubicBezTo>
                <a:lnTo>
                  <a:pt x="231934" y="304800"/>
                </a:lnTo>
                <a:cubicBezTo>
                  <a:pt x="235863" y="297359"/>
                  <a:pt x="238125" y="288846"/>
                  <a:pt x="238125" y="279797"/>
                </a:cubicBezTo>
                <a:lnTo>
                  <a:pt x="238125" y="276225"/>
                </a:lnTo>
                <a:cubicBezTo>
                  <a:pt x="238125" y="245566"/>
                  <a:pt x="227767" y="217349"/>
                  <a:pt x="210443" y="194846"/>
                </a:cubicBezTo>
                <a:cubicBezTo>
                  <a:pt x="223897" y="186095"/>
                  <a:pt x="239970" y="180975"/>
                  <a:pt x="257175" y="180975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54" name="Text 52"/>
          <p:cNvSpPr/>
          <p:nvPr/>
        </p:nvSpPr>
        <p:spPr>
          <a:xfrm>
            <a:off x="4463963" y="7975811"/>
            <a:ext cx="347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Bir Vaqtida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470313" y="8280536"/>
            <a:ext cx="3467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Cheksiz foydalanuvchilar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204183" y="7391885"/>
            <a:ext cx="3695700" cy="1244390"/>
          </a:xfrm>
          <a:custGeom>
            <a:avLst/>
            <a:gdLst/>
            <a:ahLst/>
            <a:cxnLst/>
            <a:rect l="l" t="t" r="r" b="b"/>
            <a:pathLst>
              <a:path w="3695700" h="1244390">
                <a:moveTo>
                  <a:pt x="50380" y="0"/>
                </a:moveTo>
                <a:lnTo>
                  <a:pt x="3645320" y="0"/>
                </a:lnTo>
                <a:cubicBezTo>
                  <a:pt x="3673144" y="0"/>
                  <a:pt x="3695700" y="22556"/>
                  <a:pt x="3695700" y="50380"/>
                </a:cubicBezTo>
                <a:lnTo>
                  <a:pt x="3695700" y="1142786"/>
                </a:lnTo>
                <a:cubicBezTo>
                  <a:pt x="3695700" y="1198900"/>
                  <a:pt x="3650210" y="1244390"/>
                  <a:pt x="3594096" y="1244390"/>
                </a:cubicBezTo>
                <a:lnTo>
                  <a:pt x="101604" y="1244390"/>
                </a:lnTo>
                <a:cubicBezTo>
                  <a:pt x="45490" y="1244390"/>
                  <a:pt x="0" y="1198900"/>
                  <a:pt x="0" y="1142786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57" name="Shape 55"/>
          <p:cNvSpPr/>
          <p:nvPr/>
        </p:nvSpPr>
        <p:spPr>
          <a:xfrm>
            <a:off x="8204183" y="7391885"/>
            <a:ext cx="3695700" cy="50380"/>
          </a:xfrm>
          <a:custGeom>
            <a:avLst/>
            <a:gdLst/>
            <a:ahLst/>
            <a:cxnLst/>
            <a:rect l="l" t="t" r="r" b="b"/>
            <a:pathLst>
              <a:path w="3695700" h="50380">
                <a:moveTo>
                  <a:pt x="50380" y="0"/>
                </a:moveTo>
                <a:lnTo>
                  <a:pt x="3645320" y="0"/>
                </a:lnTo>
                <a:cubicBezTo>
                  <a:pt x="3673144" y="0"/>
                  <a:pt x="3695700" y="22556"/>
                  <a:pt x="3695700" y="50380"/>
                </a:cubicBezTo>
                <a:lnTo>
                  <a:pt x="3695700" y="50380"/>
                </a:lnTo>
                <a:lnTo>
                  <a:pt x="0" y="50380"/>
                </a:ln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58" name="Shape 56"/>
          <p:cNvSpPr/>
          <p:nvPr/>
        </p:nvSpPr>
        <p:spPr>
          <a:xfrm>
            <a:off x="9937680" y="7569436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9525" y="38100"/>
                </a:moveTo>
                <a:cubicBezTo>
                  <a:pt x="9525" y="17085"/>
                  <a:pt x="26610" y="0"/>
                  <a:pt x="47625" y="0"/>
                </a:cubicBezTo>
                <a:lnTo>
                  <a:pt x="180975" y="0"/>
                </a:lnTo>
                <a:cubicBezTo>
                  <a:pt x="201990" y="0"/>
                  <a:pt x="219075" y="17085"/>
                  <a:pt x="219075" y="38100"/>
                </a:cubicBezTo>
                <a:lnTo>
                  <a:pt x="219075" y="266700"/>
                </a:lnTo>
                <a:cubicBezTo>
                  <a:pt x="219075" y="287715"/>
                  <a:pt x="201990" y="304800"/>
                  <a:pt x="180975" y="304800"/>
                </a:cubicBezTo>
                <a:lnTo>
                  <a:pt x="47625" y="304800"/>
                </a:lnTo>
                <a:cubicBezTo>
                  <a:pt x="26610" y="304800"/>
                  <a:pt x="9525" y="287715"/>
                  <a:pt x="9525" y="266700"/>
                </a:cubicBezTo>
                <a:lnTo>
                  <a:pt x="9525" y="38100"/>
                </a:lnTo>
                <a:close/>
                <a:moveTo>
                  <a:pt x="47625" y="38100"/>
                </a:moveTo>
                <a:lnTo>
                  <a:pt x="47625" y="219075"/>
                </a:lnTo>
                <a:lnTo>
                  <a:pt x="180975" y="219075"/>
                </a:lnTo>
                <a:lnTo>
                  <a:pt x="180975" y="38100"/>
                </a:lnTo>
                <a:lnTo>
                  <a:pt x="47625" y="38100"/>
                </a:lnTo>
                <a:close/>
                <a:moveTo>
                  <a:pt x="114300" y="280987"/>
                </a:moveTo>
                <a:cubicBezTo>
                  <a:pt x="124837" y="280987"/>
                  <a:pt x="133350" y="272475"/>
                  <a:pt x="133350" y="261937"/>
                </a:cubicBezTo>
                <a:cubicBezTo>
                  <a:pt x="133350" y="251400"/>
                  <a:pt x="124837" y="242888"/>
                  <a:pt x="114300" y="242888"/>
                </a:cubicBezTo>
                <a:cubicBezTo>
                  <a:pt x="103763" y="242888"/>
                  <a:pt x="95250" y="251400"/>
                  <a:pt x="95250" y="261937"/>
                </a:cubicBezTo>
                <a:cubicBezTo>
                  <a:pt x="95250" y="272475"/>
                  <a:pt x="103763" y="280987"/>
                  <a:pt x="114300" y="280987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59" name="Text 57"/>
          <p:cNvSpPr/>
          <p:nvPr/>
        </p:nvSpPr>
        <p:spPr>
          <a:xfrm>
            <a:off x="8312098" y="7975811"/>
            <a:ext cx="347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Multi-Platform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318448" y="8280536"/>
            <a:ext cx="3467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Windows, Mac, iOS, Android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2052230" y="7391885"/>
            <a:ext cx="3695700" cy="1244390"/>
          </a:xfrm>
          <a:custGeom>
            <a:avLst/>
            <a:gdLst/>
            <a:ahLst/>
            <a:cxnLst/>
            <a:rect l="l" t="t" r="r" b="b"/>
            <a:pathLst>
              <a:path w="3695700" h="1244390">
                <a:moveTo>
                  <a:pt x="50380" y="0"/>
                </a:moveTo>
                <a:lnTo>
                  <a:pt x="3645320" y="0"/>
                </a:lnTo>
                <a:cubicBezTo>
                  <a:pt x="3673144" y="0"/>
                  <a:pt x="3695700" y="22556"/>
                  <a:pt x="3695700" y="50380"/>
                </a:cubicBezTo>
                <a:lnTo>
                  <a:pt x="3695700" y="1142786"/>
                </a:lnTo>
                <a:cubicBezTo>
                  <a:pt x="3695700" y="1198900"/>
                  <a:pt x="3650210" y="1244390"/>
                  <a:pt x="3594096" y="1244390"/>
                </a:cubicBezTo>
                <a:lnTo>
                  <a:pt x="101604" y="1244390"/>
                </a:lnTo>
                <a:cubicBezTo>
                  <a:pt x="45490" y="1244390"/>
                  <a:pt x="0" y="1198900"/>
                  <a:pt x="0" y="1142786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62" name="Shape 60"/>
          <p:cNvSpPr/>
          <p:nvPr/>
        </p:nvSpPr>
        <p:spPr>
          <a:xfrm>
            <a:off x="12052230" y="7391885"/>
            <a:ext cx="3695700" cy="50380"/>
          </a:xfrm>
          <a:custGeom>
            <a:avLst/>
            <a:gdLst/>
            <a:ahLst/>
            <a:cxnLst/>
            <a:rect l="l" t="t" r="r" b="b"/>
            <a:pathLst>
              <a:path w="3695700" h="50380">
                <a:moveTo>
                  <a:pt x="50380" y="0"/>
                </a:moveTo>
                <a:lnTo>
                  <a:pt x="3645320" y="0"/>
                </a:lnTo>
                <a:cubicBezTo>
                  <a:pt x="3673144" y="0"/>
                  <a:pt x="3695700" y="22556"/>
                  <a:pt x="3695700" y="50380"/>
                </a:cubicBezTo>
                <a:lnTo>
                  <a:pt x="3695700" y="50380"/>
                </a:lnTo>
                <a:lnTo>
                  <a:pt x="0" y="50380"/>
                </a:ln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63" name="Shape 61"/>
          <p:cNvSpPr/>
          <p:nvPr/>
        </p:nvSpPr>
        <p:spPr>
          <a:xfrm>
            <a:off x="13747716" y="756943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64" name="Text 62"/>
          <p:cNvSpPr/>
          <p:nvPr/>
        </p:nvSpPr>
        <p:spPr>
          <a:xfrm>
            <a:off x="12160145" y="7975811"/>
            <a:ext cx="347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Xavfsizlik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2166495" y="8280536"/>
            <a:ext cx="3467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Ruxsatlar boshqaruvi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b0911fa27c5c63631506641272e5d720f4b66388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813" b="7812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A2E">
                  <a:alpha val="95000"/>
                </a:srgbClr>
              </a:gs>
              <a:gs pos="50000">
                <a:srgbClr val="16213E">
                  <a:alpha val="90000"/>
                </a:srgbClr>
              </a:gs>
              <a:gs pos="100000">
                <a:srgbClr val="E94560">
                  <a:alpha val="40000"/>
                </a:srgbClr>
              </a:gs>
            </a:gsLst>
            <a:lin ang="2700000" scaled="1"/>
          </a:gradFill>
          <a:ln/>
        </p:spPr>
      </p:sp>
      <p:pic>
        <p:nvPicPr>
          <p:cNvPr id="4" name="Image 1" descr="https://kimi-web-img.moonshot.cn/img/upload.wikimedia.org/97bffabab31915ee9bca3ea20933e5c1ba41762a.png">    </p:cNvPr>
          <p:cNvPicPr>
            <a:picLocks noChangeAspect="1"/>
          </p:cNvPicPr>
          <p:nvPr/>
        </p:nvPicPr>
        <p:blipFill>
          <a:blip r:embed="rId2"/>
          <a:srcRect l="1563" r="1563" t="0" b="0"/>
          <a:stretch/>
        </p:blipFill>
        <p:spPr>
          <a:xfrm>
            <a:off x="7416818" y="86147"/>
            <a:ext cx="1422400" cy="1422400"/>
          </a:xfrm>
          <a:prstGeom prst="roundRect">
            <a:avLst>
              <a:gd name="adj" fmla="val 0"/>
            </a:avLst>
          </a:prstGeom>
        </p:spPr>
      </p:pic>
      <p:sp>
        <p:nvSpPr>
          <p:cNvPr id="5" name="Text 1"/>
          <p:cNvSpPr/>
          <p:nvPr/>
        </p:nvSpPr>
        <p:spPr>
          <a:xfrm>
            <a:off x="4473777" y="1914885"/>
            <a:ext cx="7302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PowerPoint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E945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Cheksiz Imkoniyatlar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Dunyosi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7112000" y="5077110"/>
            <a:ext cx="2032000" cy="0"/>
          </a:xfrm>
          <a:custGeom>
            <a:avLst/>
            <a:gdLst/>
            <a:ahLst/>
            <a:cxnLst/>
            <a:rect l="l" t="t" r="r" b="b"/>
            <a:pathLst>
              <a:path w="2032000" h="0">
                <a:moveTo>
                  <a:pt x="0" y="0"/>
                </a:moveTo>
                <a:lnTo>
                  <a:pt x="2032000" y="0"/>
                </a:lnTo>
                <a:lnTo>
                  <a:pt x="203200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7" name="Text 3"/>
          <p:cNvSpPr/>
          <p:nvPr/>
        </p:nvSpPr>
        <p:spPr>
          <a:xfrm>
            <a:off x="2374865" y="5483473"/>
            <a:ext cx="115062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PowerPoint </a:t>
            </a:r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37 yil</a:t>
            </a:r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davomida oddiy slayd yaratish dasturidan dunyoning eng kuchli taqdimot platformasiga aylandi. </a:t>
            </a:r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AI, bulut texnologiyalari va real-time hamkorlik</a:t>
            </a:r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bilan PowerPoint kelajakda ham yetakchi bo'lib qoladi.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626310" y="7153276"/>
            <a:ext cx="1460500" cy="1904790"/>
          </a:xfrm>
          <a:custGeom>
            <a:avLst/>
            <a:gdLst/>
            <a:ahLst/>
            <a:cxnLst/>
            <a:rect l="l" t="t" r="r" b="b"/>
            <a:pathLst>
              <a:path w="1460500" h="1904790">
                <a:moveTo>
                  <a:pt x="50380" y="0"/>
                </a:moveTo>
                <a:lnTo>
                  <a:pt x="1410120" y="0"/>
                </a:lnTo>
                <a:cubicBezTo>
                  <a:pt x="1437944" y="0"/>
                  <a:pt x="1460500" y="22556"/>
                  <a:pt x="1460500" y="50380"/>
                </a:cubicBezTo>
                <a:lnTo>
                  <a:pt x="1460500" y="1701591"/>
                </a:lnTo>
                <a:cubicBezTo>
                  <a:pt x="1460500" y="1813815"/>
                  <a:pt x="1369525" y="1904790"/>
                  <a:pt x="1257301" y="1904790"/>
                </a:cubicBezTo>
                <a:lnTo>
                  <a:pt x="203199" y="1904790"/>
                </a:lnTo>
                <a:cubicBezTo>
                  <a:pt x="90975" y="1904790"/>
                  <a:pt x="0" y="1813815"/>
                  <a:pt x="0" y="1701591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16213E">
              <a:alpha val="80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5626310" y="7153276"/>
            <a:ext cx="1460500" cy="50380"/>
          </a:xfrm>
          <a:custGeom>
            <a:avLst/>
            <a:gdLst/>
            <a:ahLst/>
            <a:cxnLst/>
            <a:rect l="l" t="t" r="r" b="b"/>
            <a:pathLst>
              <a:path w="1460500" h="50380">
                <a:moveTo>
                  <a:pt x="50380" y="0"/>
                </a:moveTo>
                <a:lnTo>
                  <a:pt x="1410120" y="0"/>
                </a:lnTo>
                <a:cubicBezTo>
                  <a:pt x="1437944" y="0"/>
                  <a:pt x="1460500" y="22556"/>
                  <a:pt x="1460500" y="50380"/>
                </a:cubicBezTo>
                <a:lnTo>
                  <a:pt x="1460500" y="50380"/>
                </a:lnTo>
                <a:lnTo>
                  <a:pt x="0" y="50380"/>
                </a:ln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0" name="Shape 6"/>
          <p:cNvSpPr/>
          <p:nvPr/>
        </p:nvSpPr>
        <p:spPr>
          <a:xfrm>
            <a:off x="6130060" y="743246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1" name="Text 7"/>
          <p:cNvSpPr/>
          <p:nvPr/>
        </p:nvSpPr>
        <p:spPr>
          <a:xfrm>
            <a:off x="5804110" y="8042015"/>
            <a:ext cx="1104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1987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835860" y="8549928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Boshlanish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395651" y="7153276"/>
            <a:ext cx="1460500" cy="1904790"/>
          </a:xfrm>
          <a:custGeom>
            <a:avLst/>
            <a:gdLst/>
            <a:ahLst/>
            <a:cxnLst/>
            <a:rect l="l" t="t" r="r" b="b"/>
            <a:pathLst>
              <a:path w="1460500" h="1904790">
                <a:moveTo>
                  <a:pt x="50380" y="0"/>
                </a:moveTo>
                <a:lnTo>
                  <a:pt x="1410120" y="0"/>
                </a:lnTo>
                <a:cubicBezTo>
                  <a:pt x="1437944" y="0"/>
                  <a:pt x="1460500" y="22556"/>
                  <a:pt x="1460500" y="50380"/>
                </a:cubicBezTo>
                <a:lnTo>
                  <a:pt x="1460500" y="1701591"/>
                </a:lnTo>
                <a:cubicBezTo>
                  <a:pt x="1460500" y="1813815"/>
                  <a:pt x="1369525" y="1904790"/>
                  <a:pt x="1257301" y="1904790"/>
                </a:cubicBezTo>
                <a:lnTo>
                  <a:pt x="203199" y="1904790"/>
                </a:lnTo>
                <a:cubicBezTo>
                  <a:pt x="90975" y="1904790"/>
                  <a:pt x="0" y="1813815"/>
                  <a:pt x="0" y="1701591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16213E">
              <a:alpha val="80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7395651" y="7153276"/>
            <a:ext cx="1460500" cy="50380"/>
          </a:xfrm>
          <a:custGeom>
            <a:avLst/>
            <a:gdLst/>
            <a:ahLst/>
            <a:cxnLst/>
            <a:rect l="l" t="t" r="r" b="b"/>
            <a:pathLst>
              <a:path w="1460500" h="50380">
                <a:moveTo>
                  <a:pt x="50380" y="0"/>
                </a:moveTo>
                <a:lnTo>
                  <a:pt x="1410120" y="0"/>
                </a:lnTo>
                <a:cubicBezTo>
                  <a:pt x="1437944" y="0"/>
                  <a:pt x="1460500" y="22556"/>
                  <a:pt x="1460500" y="50380"/>
                </a:cubicBezTo>
                <a:lnTo>
                  <a:pt x="1460500" y="50380"/>
                </a:lnTo>
                <a:lnTo>
                  <a:pt x="0" y="50380"/>
                </a:ln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5" name="Shape 11"/>
          <p:cNvSpPr/>
          <p:nvPr/>
        </p:nvSpPr>
        <p:spPr>
          <a:xfrm>
            <a:off x="7899400" y="743246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28855" y="0"/>
                </a:moveTo>
                <a:lnTo>
                  <a:pt x="328880" y="0"/>
                </a:lnTo>
                <a:cubicBezTo>
                  <a:pt x="352544" y="0"/>
                  <a:pt x="371832" y="19467"/>
                  <a:pt x="370939" y="43041"/>
                </a:cubicBezTo>
                <a:cubicBezTo>
                  <a:pt x="370761" y="47774"/>
                  <a:pt x="370582" y="52507"/>
                  <a:pt x="370314" y="57150"/>
                </a:cubicBezTo>
                <a:lnTo>
                  <a:pt x="414605" y="57150"/>
                </a:lnTo>
                <a:cubicBezTo>
                  <a:pt x="437912" y="57150"/>
                  <a:pt x="458450" y="76438"/>
                  <a:pt x="456664" y="101620"/>
                </a:cubicBezTo>
                <a:cubicBezTo>
                  <a:pt x="449967" y="194221"/>
                  <a:pt x="402640" y="245120"/>
                  <a:pt x="351294" y="271730"/>
                </a:cubicBezTo>
                <a:cubicBezTo>
                  <a:pt x="337185" y="279053"/>
                  <a:pt x="322808" y="284500"/>
                  <a:pt x="309146" y="288518"/>
                </a:cubicBezTo>
                <a:cubicBezTo>
                  <a:pt x="291108" y="314057"/>
                  <a:pt x="272355" y="327541"/>
                  <a:pt x="257443" y="334774"/>
                </a:cubicBezTo>
                <a:lnTo>
                  <a:pt x="257443" y="400050"/>
                </a:lnTo>
                <a:lnTo>
                  <a:pt x="314593" y="400050"/>
                </a:lnTo>
                <a:cubicBezTo>
                  <a:pt x="330398" y="400050"/>
                  <a:pt x="343168" y="412819"/>
                  <a:pt x="343168" y="428625"/>
                </a:cubicBezTo>
                <a:cubicBezTo>
                  <a:pt x="343168" y="444431"/>
                  <a:pt x="330398" y="457200"/>
                  <a:pt x="314593" y="457200"/>
                </a:cubicBezTo>
                <a:lnTo>
                  <a:pt x="143143" y="457200"/>
                </a:lnTo>
                <a:cubicBezTo>
                  <a:pt x="127337" y="457200"/>
                  <a:pt x="114568" y="444431"/>
                  <a:pt x="114568" y="428625"/>
                </a:cubicBezTo>
                <a:cubicBezTo>
                  <a:pt x="114568" y="412819"/>
                  <a:pt x="127337" y="400050"/>
                  <a:pt x="143143" y="400050"/>
                </a:cubicBezTo>
                <a:lnTo>
                  <a:pt x="200293" y="400050"/>
                </a:lnTo>
                <a:lnTo>
                  <a:pt x="200293" y="334774"/>
                </a:lnTo>
                <a:cubicBezTo>
                  <a:pt x="186005" y="327898"/>
                  <a:pt x="168235" y="315129"/>
                  <a:pt x="150912" y="291644"/>
                </a:cubicBezTo>
                <a:cubicBezTo>
                  <a:pt x="134481" y="287357"/>
                  <a:pt x="116622" y="280839"/>
                  <a:pt x="99209" y="271016"/>
                </a:cubicBezTo>
                <a:cubicBezTo>
                  <a:pt x="50899" y="243959"/>
                  <a:pt x="7322" y="192971"/>
                  <a:pt x="1072" y="101441"/>
                </a:cubicBezTo>
                <a:cubicBezTo>
                  <a:pt x="-625" y="76349"/>
                  <a:pt x="19824" y="57061"/>
                  <a:pt x="43130" y="57061"/>
                </a:cubicBezTo>
                <a:lnTo>
                  <a:pt x="87422" y="57061"/>
                </a:lnTo>
                <a:cubicBezTo>
                  <a:pt x="87154" y="52417"/>
                  <a:pt x="86975" y="47774"/>
                  <a:pt x="86797" y="42952"/>
                </a:cubicBezTo>
                <a:cubicBezTo>
                  <a:pt x="85904" y="19288"/>
                  <a:pt x="105192" y="-89"/>
                  <a:pt x="128855" y="-89"/>
                </a:cubicBezTo>
                <a:close/>
                <a:moveTo>
                  <a:pt x="90636" y="100013"/>
                </a:moveTo>
                <a:lnTo>
                  <a:pt x="43845" y="100013"/>
                </a:lnTo>
                <a:cubicBezTo>
                  <a:pt x="49381" y="175647"/>
                  <a:pt x="84118" y="213509"/>
                  <a:pt x="119926" y="233601"/>
                </a:cubicBezTo>
                <a:cubicBezTo>
                  <a:pt x="107067" y="200293"/>
                  <a:pt x="96441" y="156805"/>
                  <a:pt x="90636" y="100013"/>
                </a:cubicBezTo>
                <a:close/>
                <a:moveTo>
                  <a:pt x="339328" y="229314"/>
                </a:moveTo>
                <a:cubicBezTo>
                  <a:pt x="375493" y="208062"/>
                  <a:pt x="408176" y="170289"/>
                  <a:pt x="413712" y="100013"/>
                </a:cubicBezTo>
                <a:lnTo>
                  <a:pt x="367010" y="100013"/>
                </a:lnTo>
                <a:cubicBezTo>
                  <a:pt x="361474" y="154394"/>
                  <a:pt x="351473" y="196632"/>
                  <a:pt x="339328" y="229314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6" name="Text 12"/>
          <p:cNvSpPr/>
          <p:nvPr/>
        </p:nvSpPr>
        <p:spPr>
          <a:xfrm>
            <a:off x="7573451" y="8042015"/>
            <a:ext cx="1104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95%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605201" y="8549928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Bozor Ulushi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9164993" y="7153276"/>
            <a:ext cx="1460500" cy="1904790"/>
          </a:xfrm>
          <a:custGeom>
            <a:avLst/>
            <a:gdLst/>
            <a:ahLst/>
            <a:cxnLst/>
            <a:rect l="l" t="t" r="r" b="b"/>
            <a:pathLst>
              <a:path w="1460500" h="1904790">
                <a:moveTo>
                  <a:pt x="50380" y="0"/>
                </a:moveTo>
                <a:lnTo>
                  <a:pt x="1410120" y="0"/>
                </a:lnTo>
                <a:cubicBezTo>
                  <a:pt x="1437944" y="0"/>
                  <a:pt x="1460500" y="22556"/>
                  <a:pt x="1460500" y="50380"/>
                </a:cubicBezTo>
                <a:lnTo>
                  <a:pt x="1460500" y="1701591"/>
                </a:lnTo>
                <a:cubicBezTo>
                  <a:pt x="1460500" y="1813815"/>
                  <a:pt x="1369525" y="1904790"/>
                  <a:pt x="1257301" y="1904790"/>
                </a:cubicBezTo>
                <a:lnTo>
                  <a:pt x="203199" y="1904790"/>
                </a:lnTo>
                <a:cubicBezTo>
                  <a:pt x="90975" y="1904790"/>
                  <a:pt x="0" y="1813815"/>
                  <a:pt x="0" y="1701591"/>
                </a:cubicBez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16213E">
              <a:alpha val="80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9164993" y="7153276"/>
            <a:ext cx="1460500" cy="50380"/>
          </a:xfrm>
          <a:custGeom>
            <a:avLst/>
            <a:gdLst/>
            <a:ahLst/>
            <a:cxnLst/>
            <a:rect l="l" t="t" r="r" b="b"/>
            <a:pathLst>
              <a:path w="1460500" h="50380">
                <a:moveTo>
                  <a:pt x="50380" y="0"/>
                </a:moveTo>
                <a:lnTo>
                  <a:pt x="1410120" y="0"/>
                </a:lnTo>
                <a:cubicBezTo>
                  <a:pt x="1437944" y="0"/>
                  <a:pt x="1460500" y="22556"/>
                  <a:pt x="1460500" y="50380"/>
                </a:cubicBezTo>
                <a:lnTo>
                  <a:pt x="1460500" y="50380"/>
                </a:lnTo>
                <a:lnTo>
                  <a:pt x="0" y="50380"/>
                </a:lnTo>
                <a:lnTo>
                  <a:pt x="0" y="50380"/>
                </a:lnTo>
                <a:cubicBezTo>
                  <a:pt x="0" y="22556"/>
                  <a:pt x="22556" y="0"/>
                  <a:pt x="5038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0" name="Shape 16"/>
          <p:cNvSpPr/>
          <p:nvPr/>
        </p:nvSpPr>
        <p:spPr>
          <a:xfrm>
            <a:off x="9611592" y="7432464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0" y="228600"/>
                </a:moveTo>
                <a:cubicBezTo>
                  <a:pt x="0" y="149662"/>
                  <a:pt x="63937" y="85725"/>
                  <a:pt x="142875" y="85725"/>
                </a:cubicBezTo>
                <a:cubicBezTo>
                  <a:pt x="187881" y="85725"/>
                  <a:pt x="230207" y="106888"/>
                  <a:pt x="257175" y="142875"/>
                </a:cubicBezTo>
                <a:lnTo>
                  <a:pt x="285750" y="181005"/>
                </a:lnTo>
                <a:lnTo>
                  <a:pt x="314325" y="142875"/>
                </a:lnTo>
                <a:cubicBezTo>
                  <a:pt x="341293" y="106888"/>
                  <a:pt x="383619" y="85725"/>
                  <a:pt x="428625" y="85725"/>
                </a:cubicBezTo>
                <a:cubicBezTo>
                  <a:pt x="507563" y="85725"/>
                  <a:pt x="571500" y="149662"/>
                  <a:pt x="571500" y="228600"/>
                </a:cubicBezTo>
                <a:cubicBezTo>
                  <a:pt x="571500" y="307538"/>
                  <a:pt x="507563" y="371475"/>
                  <a:pt x="428625" y="371475"/>
                </a:cubicBezTo>
                <a:cubicBezTo>
                  <a:pt x="383619" y="371475"/>
                  <a:pt x="341293" y="350312"/>
                  <a:pt x="314325" y="314325"/>
                </a:cubicBezTo>
                <a:lnTo>
                  <a:pt x="285750" y="276195"/>
                </a:lnTo>
                <a:lnTo>
                  <a:pt x="257175" y="314325"/>
                </a:lnTo>
                <a:cubicBezTo>
                  <a:pt x="230207" y="350312"/>
                  <a:pt x="187881" y="371475"/>
                  <a:pt x="142875" y="371475"/>
                </a:cubicBezTo>
                <a:cubicBezTo>
                  <a:pt x="63937" y="371475"/>
                  <a:pt x="0" y="307538"/>
                  <a:pt x="0" y="228600"/>
                </a:cubicBezTo>
                <a:close/>
                <a:moveTo>
                  <a:pt x="250031" y="228600"/>
                </a:moveTo>
                <a:lnTo>
                  <a:pt x="211455" y="177165"/>
                </a:lnTo>
                <a:cubicBezTo>
                  <a:pt x="195292" y="155555"/>
                  <a:pt x="169843" y="142875"/>
                  <a:pt x="142875" y="142875"/>
                </a:cubicBezTo>
                <a:cubicBezTo>
                  <a:pt x="95548" y="142875"/>
                  <a:pt x="57150" y="181273"/>
                  <a:pt x="57150" y="228600"/>
                </a:cubicBezTo>
                <a:cubicBezTo>
                  <a:pt x="57150" y="275927"/>
                  <a:pt x="95548" y="314325"/>
                  <a:pt x="142875" y="314325"/>
                </a:cubicBezTo>
                <a:cubicBezTo>
                  <a:pt x="169843" y="314325"/>
                  <a:pt x="195292" y="301645"/>
                  <a:pt x="211455" y="280035"/>
                </a:cubicBezTo>
                <a:lnTo>
                  <a:pt x="250031" y="228600"/>
                </a:lnTo>
                <a:close/>
                <a:moveTo>
                  <a:pt x="321469" y="228600"/>
                </a:moveTo>
                <a:lnTo>
                  <a:pt x="360045" y="280035"/>
                </a:lnTo>
                <a:cubicBezTo>
                  <a:pt x="376208" y="301645"/>
                  <a:pt x="401657" y="314325"/>
                  <a:pt x="428625" y="314325"/>
                </a:cubicBezTo>
                <a:cubicBezTo>
                  <a:pt x="475952" y="314325"/>
                  <a:pt x="514350" y="275927"/>
                  <a:pt x="514350" y="228600"/>
                </a:cubicBezTo>
                <a:cubicBezTo>
                  <a:pt x="514350" y="181273"/>
                  <a:pt x="475952" y="142875"/>
                  <a:pt x="428625" y="142875"/>
                </a:cubicBezTo>
                <a:cubicBezTo>
                  <a:pt x="401657" y="142875"/>
                  <a:pt x="376208" y="155555"/>
                  <a:pt x="360045" y="177165"/>
                </a:cubicBezTo>
                <a:lnTo>
                  <a:pt x="321469" y="22860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1" name="Text 17"/>
          <p:cNvSpPr/>
          <p:nvPr/>
        </p:nvSpPr>
        <p:spPr>
          <a:xfrm>
            <a:off x="9342793" y="8042015"/>
            <a:ext cx="1104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∞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9374543" y="8549928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Imkoniyatlar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Dasturining Barcha Imkoniyatlari</dc:title>
  <dc:subject>PowerPoint Dasturining Barcha Imkoniyatlari</dc:subject>
  <dc:creator>Kimi</dc:creator>
  <cp:lastModifiedBy>Kimi</cp:lastModifiedBy>
  <cp:revision>1</cp:revision>
  <dcterms:created xsi:type="dcterms:W3CDTF">2026-02-15T06:20:50Z</dcterms:created>
  <dcterms:modified xsi:type="dcterms:W3CDTF">2026-02-15T06:20:50Z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{"Label":"PowerPoint Dasturining Barcha Imkoniyatlari","ContentProducer":"001191110108MACG2KBH8F10000","ProduceID":"","ReservedCode1":"","ContentPropagator":"001191110108MACG2KBH8F20000","PropagateID":"","ReservedCode2":""}</vt:lpwstr>
  </property>
</Properties>
</file>